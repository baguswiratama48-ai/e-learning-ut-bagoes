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318" r:id="rId2"/>
    <p:sldId id="257" r:id="rId3"/>
    <p:sldId id="296" r:id="rId4"/>
    <p:sldId id="295" r:id="rId5"/>
    <p:sldId id="304" r:id="rId6"/>
    <p:sldId id="283" r:id="rId7"/>
    <p:sldId id="285" r:id="rId8"/>
    <p:sldId id="284" r:id="rId9"/>
    <p:sldId id="305" r:id="rId10"/>
    <p:sldId id="297" r:id="rId11"/>
    <p:sldId id="298" r:id="rId12"/>
    <p:sldId id="310" r:id="rId13"/>
    <p:sldId id="300" r:id="rId14"/>
    <p:sldId id="311" r:id="rId15"/>
    <p:sldId id="312" r:id="rId16"/>
    <p:sldId id="301" r:id="rId17"/>
    <p:sldId id="302" r:id="rId18"/>
    <p:sldId id="306" r:id="rId19"/>
    <p:sldId id="307" r:id="rId20"/>
    <p:sldId id="308" r:id="rId21"/>
    <p:sldId id="313" r:id="rId22"/>
    <p:sldId id="309" r:id="rId23"/>
    <p:sldId id="314" r:id="rId24"/>
    <p:sldId id="315" r:id="rId25"/>
    <p:sldId id="316" r:id="rId26"/>
    <p:sldId id="317" r:id="rId27"/>
    <p:sldId id="31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21" autoAdjust="0"/>
    <p:restoredTop sz="94660"/>
  </p:normalViewPr>
  <p:slideViewPr>
    <p:cSldViewPr snapToGrid="0">
      <p:cViewPr varScale="1">
        <p:scale>
          <a:sx n="83" d="100"/>
          <a:sy n="83" d="100"/>
        </p:scale>
        <p:origin x="60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784E4F-8F8E-476A-A0E7-BBADC664BD63}" type="doc">
      <dgm:prSet loTypeId="urn:microsoft.com/office/officeart/2005/8/layout/vList4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14EB93-C088-4FA1-B40F-B81E5E4B7AA7}">
      <dgm:prSet phldrT="[Text]" custT="1"/>
      <dgm:spPr/>
      <dgm:t>
        <a:bodyPr/>
        <a:lstStyle/>
        <a:p>
          <a:r>
            <a:rPr lang="en-US" sz="2000">
              <a:solidFill>
                <a:schemeClr val="tx2">
                  <a:lumMod val="95000"/>
                  <a:lumOff val="5000"/>
                </a:schemeClr>
              </a:solidFill>
              <a:latin typeface="Berlin Sans FB" panose="020E0602020502020306" pitchFamily="34" charset="0"/>
            </a:rPr>
            <a:t>1. Kelainan muncul atau terjadi hanya pada indvidu yang mengalami perkembangan </a:t>
          </a:r>
          <a:endParaRPr lang="en-US" sz="2000" dirty="0">
            <a:solidFill>
              <a:schemeClr val="tx2">
                <a:lumMod val="95000"/>
                <a:lumOff val="5000"/>
              </a:schemeClr>
            </a:solidFill>
            <a:latin typeface="Berlin Sans FB" panose="020E0602020502020306" pitchFamily="34" charset="0"/>
          </a:endParaRPr>
        </a:p>
      </dgm:t>
    </dgm:pt>
    <dgm:pt modelId="{7554781A-A439-4F7A-9B90-747702769231}" type="parTrans" cxnId="{8F4D2FB2-D69A-4F33-9C38-8E10E441CA3F}">
      <dgm:prSet/>
      <dgm:spPr/>
      <dgm:t>
        <a:bodyPr/>
        <a:lstStyle/>
        <a:p>
          <a:endParaRPr lang="en-US" sz="2000">
            <a:solidFill>
              <a:schemeClr val="tx2">
                <a:lumMod val="95000"/>
                <a:lumOff val="5000"/>
              </a:schemeClr>
            </a:solidFill>
            <a:latin typeface="Berlin Sans FB" panose="020E0602020502020306" pitchFamily="34" charset="0"/>
          </a:endParaRPr>
        </a:p>
      </dgm:t>
    </dgm:pt>
    <dgm:pt modelId="{4B15743C-2DCF-4099-987C-A72673E72130}" type="sibTrans" cxnId="{8F4D2FB2-D69A-4F33-9C38-8E10E441CA3F}">
      <dgm:prSet/>
      <dgm:spPr/>
      <dgm:t>
        <a:bodyPr/>
        <a:lstStyle/>
        <a:p>
          <a:endParaRPr lang="en-US" sz="2000">
            <a:solidFill>
              <a:schemeClr val="tx2">
                <a:lumMod val="95000"/>
                <a:lumOff val="5000"/>
              </a:schemeClr>
            </a:solidFill>
            <a:latin typeface="Berlin Sans FB" panose="020E0602020502020306" pitchFamily="34" charset="0"/>
          </a:endParaRPr>
        </a:p>
      </dgm:t>
    </dgm:pt>
    <dgm:pt modelId="{D2FBE66E-A4E7-41B5-B4C7-4D7B916E3074}">
      <dgm:prSet phldrT="[Text]" custT="1"/>
      <dgm:spPr/>
      <dgm:t>
        <a:bodyPr/>
        <a:lstStyle/>
        <a:p>
          <a:r>
            <a:rPr lang="en-US" sz="2000">
              <a:solidFill>
                <a:schemeClr val="tx2">
                  <a:lumMod val="95000"/>
                  <a:lumOff val="5000"/>
                </a:schemeClr>
              </a:solidFill>
              <a:latin typeface="Berlin Sans FB" panose="020E0602020502020306" pitchFamily="34" charset="0"/>
            </a:rPr>
            <a:t>2. Kelainan perkembangan atau psikopatologi harus dipandang dalam kaitannya dengan perkembangan yang normal, tugas-tugas perkembangan utama dan perubahan perubahan yang muncul sepanjang rentang kehidupan</a:t>
          </a:r>
          <a:endParaRPr lang="en-US" sz="2000" dirty="0">
            <a:solidFill>
              <a:schemeClr val="tx2">
                <a:lumMod val="95000"/>
                <a:lumOff val="5000"/>
              </a:schemeClr>
            </a:solidFill>
            <a:latin typeface="Berlin Sans FB" panose="020E0602020502020306" pitchFamily="34" charset="0"/>
          </a:endParaRPr>
        </a:p>
      </dgm:t>
    </dgm:pt>
    <dgm:pt modelId="{7027A00F-CBFF-4510-A59F-AA9220053E42}" type="parTrans" cxnId="{DE14A3D8-CAA9-4C14-BC99-441EB30E1D0F}">
      <dgm:prSet/>
      <dgm:spPr/>
      <dgm:t>
        <a:bodyPr/>
        <a:lstStyle/>
        <a:p>
          <a:endParaRPr lang="en-US" sz="2000">
            <a:solidFill>
              <a:schemeClr val="tx2">
                <a:lumMod val="95000"/>
                <a:lumOff val="5000"/>
              </a:schemeClr>
            </a:solidFill>
            <a:latin typeface="Berlin Sans FB" panose="020E0602020502020306" pitchFamily="34" charset="0"/>
          </a:endParaRPr>
        </a:p>
      </dgm:t>
    </dgm:pt>
    <dgm:pt modelId="{E2F5B525-4A89-4494-A267-B50979DB40D9}" type="sibTrans" cxnId="{DE14A3D8-CAA9-4C14-BC99-441EB30E1D0F}">
      <dgm:prSet/>
      <dgm:spPr/>
      <dgm:t>
        <a:bodyPr/>
        <a:lstStyle/>
        <a:p>
          <a:endParaRPr lang="en-US" sz="2000">
            <a:solidFill>
              <a:schemeClr val="tx2">
                <a:lumMod val="95000"/>
                <a:lumOff val="5000"/>
              </a:schemeClr>
            </a:solidFill>
            <a:latin typeface="Berlin Sans FB" panose="020E0602020502020306" pitchFamily="34" charset="0"/>
          </a:endParaRPr>
        </a:p>
      </dgm:t>
    </dgm:pt>
    <dgm:pt modelId="{6A199155-0777-4C30-9E18-E1C5EE41F299}">
      <dgm:prSet custT="1"/>
      <dgm:spPr/>
      <dgm:t>
        <a:bodyPr/>
        <a:lstStyle/>
        <a:p>
          <a:r>
            <a:rPr lang="en-US" sz="2000">
              <a:solidFill>
                <a:schemeClr val="tx2">
                  <a:lumMod val="95000"/>
                  <a:lumOff val="5000"/>
                </a:schemeClr>
              </a:solidFill>
              <a:latin typeface="Berlin Sans FB" panose="020E0602020502020306" pitchFamily="34" charset="0"/>
            </a:rPr>
            <a:t>3. tanda-tanda awal dari perilaku berkelainan harus dipelajari secara serius </a:t>
          </a:r>
          <a:endParaRPr lang="en-US" sz="2000" dirty="0">
            <a:solidFill>
              <a:schemeClr val="tx2">
                <a:lumMod val="95000"/>
                <a:lumOff val="5000"/>
              </a:schemeClr>
            </a:solidFill>
            <a:latin typeface="Berlin Sans FB" panose="020E0602020502020306" pitchFamily="34" charset="0"/>
          </a:endParaRPr>
        </a:p>
      </dgm:t>
    </dgm:pt>
    <dgm:pt modelId="{876BD0B0-CF2F-48E9-9308-AD62A6CCF4D6}" type="parTrans" cxnId="{4C35C467-C599-4548-88A3-7742E04B47A4}">
      <dgm:prSet/>
      <dgm:spPr/>
      <dgm:t>
        <a:bodyPr/>
        <a:lstStyle/>
        <a:p>
          <a:endParaRPr lang="en-US" sz="2000">
            <a:solidFill>
              <a:schemeClr val="tx2">
                <a:lumMod val="95000"/>
                <a:lumOff val="5000"/>
              </a:schemeClr>
            </a:solidFill>
            <a:latin typeface="Berlin Sans FB" panose="020E0602020502020306" pitchFamily="34" charset="0"/>
          </a:endParaRPr>
        </a:p>
      </dgm:t>
    </dgm:pt>
    <dgm:pt modelId="{4F7BB9F8-ADA0-4917-9DF2-DF4590B3BCB8}" type="sibTrans" cxnId="{4C35C467-C599-4548-88A3-7742E04B47A4}">
      <dgm:prSet/>
      <dgm:spPr/>
      <dgm:t>
        <a:bodyPr/>
        <a:lstStyle/>
        <a:p>
          <a:endParaRPr lang="en-US" sz="2000">
            <a:solidFill>
              <a:schemeClr val="tx2">
                <a:lumMod val="95000"/>
                <a:lumOff val="5000"/>
              </a:schemeClr>
            </a:solidFill>
            <a:latin typeface="Berlin Sans FB" panose="020E0602020502020306" pitchFamily="34" charset="0"/>
          </a:endParaRPr>
        </a:p>
      </dgm:t>
    </dgm:pt>
    <dgm:pt modelId="{FAE322FB-89C8-4CF8-AC67-8085EDA328AB}">
      <dgm:prSet custT="1"/>
      <dgm:spPr/>
      <dgm:t>
        <a:bodyPr/>
        <a:lstStyle/>
        <a:p>
          <a:r>
            <a:rPr lang="en-US" sz="2000">
              <a:solidFill>
                <a:schemeClr val="tx2">
                  <a:lumMod val="95000"/>
                  <a:lumOff val="5000"/>
                </a:schemeClr>
              </a:solidFill>
              <a:latin typeface="Berlin Sans FB" panose="020E0602020502020306" pitchFamily="34" charset="0"/>
            </a:rPr>
            <a:t>4. Ada beragam patokan atau karakteristik perkembangan baik yang normal maupun berkelainan</a:t>
          </a:r>
          <a:endParaRPr lang="en-US" sz="2000" dirty="0">
            <a:solidFill>
              <a:schemeClr val="tx2">
                <a:lumMod val="95000"/>
                <a:lumOff val="5000"/>
              </a:schemeClr>
            </a:solidFill>
            <a:latin typeface="Berlin Sans FB" panose="020E0602020502020306" pitchFamily="34" charset="0"/>
          </a:endParaRPr>
        </a:p>
      </dgm:t>
    </dgm:pt>
    <dgm:pt modelId="{EFE6F9C9-64EC-4885-8FD9-5158D9F56932}" type="parTrans" cxnId="{852FF4F5-289E-4489-900C-1A2A7CB43B61}">
      <dgm:prSet/>
      <dgm:spPr/>
      <dgm:t>
        <a:bodyPr/>
        <a:lstStyle/>
        <a:p>
          <a:endParaRPr lang="en-US" sz="2000">
            <a:solidFill>
              <a:schemeClr val="tx2">
                <a:lumMod val="95000"/>
                <a:lumOff val="5000"/>
              </a:schemeClr>
            </a:solidFill>
            <a:latin typeface="Berlin Sans FB" panose="020E0602020502020306" pitchFamily="34" charset="0"/>
          </a:endParaRPr>
        </a:p>
      </dgm:t>
    </dgm:pt>
    <dgm:pt modelId="{508B970F-06AC-4F9D-82F2-2B4301EAF96E}" type="sibTrans" cxnId="{852FF4F5-289E-4489-900C-1A2A7CB43B61}">
      <dgm:prSet/>
      <dgm:spPr/>
      <dgm:t>
        <a:bodyPr/>
        <a:lstStyle/>
        <a:p>
          <a:endParaRPr lang="en-US" sz="2000">
            <a:solidFill>
              <a:schemeClr val="tx2">
                <a:lumMod val="95000"/>
                <a:lumOff val="5000"/>
              </a:schemeClr>
            </a:solidFill>
            <a:latin typeface="Berlin Sans FB" panose="020E0602020502020306" pitchFamily="34" charset="0"/>
          </a:endParaRPr>
        </a:p>
      </dgm:t>
    </dgm:pt>
    <dgm:pt modelId="{F539CE09-4799-4767-9318-FC22CBEAB0E0}" type="pres">
      <dgm:prSet presAssocID="{80784E4F-8F8E-476A-A0E7-BBADC664BD63}" presName="linear" presStyleCnt="0">
        <dgm:presLayoutVars>
          <dgm:dir/>
          <dgm:resizeHandles val="exact"/>
        </dgm:presLayoutVars>
      </dgm:prSet>
      <dgm:spPr/>
    </dgm:pt>
    <dgm:pt modelId="{1CCC43AF-B6FA-4396-9AB8-798D60D6BCDE}" type="pres">
      <dgm:prSet presAssocID="{1514EB93-C088-4FA1-B40F-B81E5E4B7AA7}" presName="comp" presStyleCnt="0"/>
      <dgm:spPr/>
    </dgm:pt>
    <dgm:pt modelId="{795CCF77-ED9E-47FB-96C9-90BFD1AD0A6E}" type="pres">
      <dgm:prSet presAssocID="{1514EB93-C088-4FA1-B40F-B81E5E4B7AA7}" presName="box" presStyleLbl="node1" presStyleIdx="0" presStyleCnt="4"/>
      <dgm:spPr/>
    </dgm:pt>
    <dgm:pt modelId="{1EE58C10-231C-4B76-8164-070C8A6FBE2E}" type="pres">
      <dgm:prSet presAssocID="{1514EB93-C088-4FA1-B40F-B81E5E4B7AA7}" presName="img" presStyleLbl="fgImgPlace1" presStyleIdx="0" presStyleCnt="4"/>
      <dgm:spPr/>
    </dgm:pt>
    <dgm:pt modelId="{2A04625D-9BC8-489E-8D9E-14F3480D8AA5}" type="pres">
      <dgm:prSet presAssocID="{1514EB93-C088-4FA1-B40F-B81E5E4B7AA7}" presName="text" presStyleLbl="node1" presStyleIdx="0" presStyleCnt="4">
        <dgm:presLayoutVars>
          <dgm:bulletEnabled val="1"/>
        </dgm:presLayoutVars>
      </dgm:prSet>
      <dgm:spPr/>
    </dgm:pt>
    <dgm:pt modelId="{BB321C58-2FDB-431D-A7EC-340E54A02C6F}" type="pres">
      <dgm:prSet presAssocID="{4B15743C-2DCF-4099-987C-A72673E72130}" presName="spacer" presStyleCnt="0"/>
      <dgm:spPr/>
    </dgm:pt>
    <dgm:pt modelId="{5B27BFE0-5841-4784-9D1C-DFFACAA5AB3A}" type="pres">
      <dgm:prSet presAssocID="{D2FBE66E-A4E7-41B5-B4C7-4D7B916E3074}" presName="comp" presStyleCnt="0"/>
      <dgm:spPr/>
    </dgm:pt>
    <dgm:pt modelId="{12CCE30C-20DA-4D1C-AA66-4C040E768A8F}" type="pres">
      <dgm:prSet presAssocID="{D2FBE66E-A4E7-41B5-B4C7-4D7B916E3074}" presName="box" presStyleLbl="node1" presStyleIdx="1" presStyleCnt="4"/>
      <dgm:spPr/>
    </dgm:pt>
    <dgm:pt modelId="{8534D18D-3346-4216-9048-A1DA244C2E35}" type="pres">
      <dgm:prSet presAssocID="{D2FBE66E-A4E7-41B5-B4C7-4D7B916E3074}" presName="img" presStyleLbl="fgImgPlace1" presStyleIdx="1" presStyleCnt="4"/>
      <dgm:spPr/>
    </dgm:pt>
    <dgm:pt modelId="{0F8EEA53-E00F-4C61-B33A-5648704E740B}" type="pres">
      <dgm:prSet presAssocID="{D2FBE66E-A4E7-41B5-B4C7-4D7B916E3074}" presName="text" presStyleLbl="node1" presStyleIdx="1" presStyleCnt="4">
        <dgm:presLayoutVars>
          <dgm:bulletEnabled val="1"/>
        </dgm:presLayoutVars>
      </dgm:prSet>
      <dgm:spPr/>
    </dgm:pt>
    <dgm:pt modelId="{8CDE9044-3B0A-4647-B14F-41E2E51D1A8B}" type="pres">
      <dgm:prSet presAssocID="{E2F5B525-4A89-4494-A267-B50979DB40D9}" presName="spacer" presStyleCnt="0"/>
      <dgm:spPr/>
    </dgm:pt>
    <dgm:pt modelId="{811FA91A-3075-4594-988C-B81DB84F3466}" type="pres">
      <dgm:prSet presAssocID="{6A199155-0777-4C30-9E18-E1C5EE41F299}" presName="comp" presStyleCnt="0"/>
      <dgm:spPr/>
    </dgm:pt>
    <dgm:pt modelId="{2FB219E5-F735-4CE9-AE86-063E52671239}" type="pres">
      <dgm:prSet presAssocID="{6A199155-0777-4C30-9E18-E1C5EE41F299}" presName="box" presStyleLbl="node1" presStyleIdx="2" presStyleCnt="4"/>
      <dgm:spPr/>
    </dgm:pt>
    <dgm:pt modelId="{B408B0A6-9A07-4245-A1FA-11EC36D43943}" type="pres">
      <dgm:prSet presAssocID="{6A199155-0777-4C30-9E18-E1C5EE41F299}" presName="img" presStyleLbl="fgImgPlace1" presStyleIdx="2" presStyleCnt="4"/>
      <dgm:spPr/>
    </dgm:pt>
    <dgm:pt modelId="{1E5FA288-CA80-4723-B5D7-AD85273EE1AD}" type="pres">
      <dgm:prSet presAssocID="{6A199155-0777-4C30-9E18-E1C5EE41F299}" presName="text" presStyleLbl="node1" presStyleIdx="2" presStyleCnt="4">
        <dgm:presLayoutVars>
          <dgm:bulletEnabled val="1"/>
        </dgm:presLayoutVars>
      </dgm:prSet>
      <dgm:spPr/>
    </dgm:pt>
    <dgm:pt modelId="{1018A9A8-854A-4E22-A5DE-92DA58B0435E}" type="pres">
      <dgm:prSet presAssocID="{4F7BB9F8-ADA0-4917-9DF2-DF4590B3BCB8}" presName="spacer" presStyleCnt="0"/>
      <dgm:spPr/>
    </dgm:pt>
    <dgm:pt modelId="{8D409663-664F-4A99-8267-3F776249B4BB}" type="pres">
      <dgm:prSet presAssocID="{FAE322FB-89C8-4CF8-AC67-8085EDA328AB}" presName="comp" presStyleCnt="0"/>
      <dgm:spPr/>
    </dgm:pt>
    <dgm:pt modelId="{BCAE05B1-46C9-48D2-81DD-4DE1C61F7599}" type="pres">
      <dgm:prSet presAssocID="{FAE322FB-89C8-4CF8-AC67-8085EDA328AB}" presName="box" presStyleLbl="node1" presStyleIdx="3" presStyleCnt="4"/>
      <dgm:spPr/>
    </dgm:pt>
    <dgm:pt modelId="{1F962144-54E1-469E-858F-11BEDC284C42}" type="pres">
      <dgm:prSet presAssocID="{FAE322FB-89C8-4CF8-AC67-8085EDA328AB}" presName="img" presStyleLbl="fgImgPlace1" presStyleIdx="3" presStyleCnt="4"/>
      <dgm:spPr/>
    </dgm:pt>
    <dgm:pt modelId="{C1E1CDC8-B434-41B8-B306-AE654BF07282}" type="pres">
      <dgm:prSet presAssocID="{FAE322FB-89C8-4CF8-AC67-8085EDA328AB}" presName="text" presStyleLbl="node1" presStyleIdx="3" presStyleCnt="4">
        <dgm:presLayoutVars>
          <dgm:bulletEnabled val="1"/>
        </dgm:presLayoutVars>
      </dgm:prSet>
      <dgm:spPr/>
    </dgm:pt>
  </dgm:ptLst>
  <dgm:cxnLst>
    <dgm:cxn modelId="{76340C04-4168-4DE6-94D5-B79A8A39C241}" type="presOf" srcId="{80784E4F-8F8E-476A-A0E7-BBADC664BD63}" destId="{F539CE09-4799-4767-9318-FC22CBEAB0E0}" srcOrd="0" destOrd="0" presId="urn:microsoft.com/office/officeart/2005/8/layout/vList4"/>
    <dgm:cxn modelId="{59C9E509-3156-4008-95DC-5A3A760E5878}" type="presOf" srcId="{6A199155-0777-4C30-9E18-E1C5EE41F299}" destId="{2FB219E5-F735-4CE9-AE86-063E52671239}" srcOrd="0" destOrd="0" presId="urn:microsoft.com/office/officeart/2005/8/layout/vList4"/>
    <dgm:cxn modelId="{F5DEF65C-0DDD-4948-B0E9-A28333CDB799}" type="presOf" srcId="{1514EB93-C088-4FA1-B40F-B81E5E4B7AA7}" destId="{2A04625D-9BC8-489E-8D9E-14F3480D8AA5}" srcOrd="1" destOrd="0" presId="urn:microsoft.com/office/officeart/2005/8/layout/vList4"/>
    <dgm:cxn modelId="{5133DA41-EC07-4126-B673-6DC95B6D58C0}" type="presOf" srcId="{D2FBE66E-A4E7-41B5-B4C7-4D7B916E3074}" destId="{0F8EEA53-E00F-4C61-B33A-5648704E740B}" srcOrd="1" destOrd="0" presId="urn:microsoft.com/office/officeart/2005/8/layout/vList4"/>
    <dgm:cxn modelId="{169C0D64-AAA4-4806-95CC-C595BDA45F38}" type="presOf" srcId="{1514EB93-C088-4FA1-B40F-B81E5E4B7AA7}" destId="{795CCF77-ED9E-47FB-96C9-90BFD1AD0A6E}" srcOrd="0" destOrd="0" presId="urn:microsoft.com/office/officeart/2005/8/layout/vList4"/>
    <dgm:cxn modelId="{4C35C467-C599-4548-88A3-7742E04B47A4}" srcId="{80784E4F-8F8E-476A-A0E7-BBADC664BD63}" destId="{6A199155-0777-4C30-9E18-E1C5EE41F299}" srcOrd="2" destOrd="0" parTransId="{876BD0B0-CF2F-48E9-9308-AD62A6CCF4D6}" sibTransId="{4F7BB9F8-ADA0-4917-9DF2-DF4590B3BCB8}"/>
    <dgm:cxn modelId="{81113478-DECB-49AA-9D0D-54FEC321BDFB}" type="presOf" srcId="{FAE322FB-89C8-4CF8-AC67-8085EDA328AB}" destId="{C1E1CDC8-B434-41B8-B306-AE654BF07282}" srcOrd="1" destOrd="0" presId="urn:microsoft.com/office/officeart/2005/8/layout/vList4"/>
    <dgm:cxn modelId="{5D4A798A-9CB4-418A-B200-0B771C5F28B8}" type="presOf" srcId="{D2FBE66E-A4E7-41B5-B4C7-4D7B916E3074}" destId="{12CCE30C-20DA-4D1C-AA66-4C040E768A8F}" srcOrd="0" destOrd="0" presId="urn:microsoft.com/office/officeart/2005/8/layout/vList4"/>
    <dgm:cxn modelId="{9D7975AA-CE69-43B2-A570-47A9B7F44849}" type="presOf" srcId="{6A199155-0777-4C30-9E18-E1C5EE41F299}" destId="{1E5FA288-CA80-4723-B5D7-AD85273EE1AD}" srcOrd="1" destOrd="0" presId="urn:microsoft.com/office/officeart/2005/8/layout/vList4"/>
    <dgm:cxn modelId="{8F4D2FB2-D69A-4F33-9C38-8E10E441CA3F}" srcId="{80784E4F-8F8E-476A-A0E7-BBADC664BD63}" destId="{1514EB93-C088-4FA1-B40F-B81E5E4B7AA7}" srcOrd="0" destOrd="0" parTransId="{7554781A-A439-4F7A-9B90-747702769231}" sibTransId="{4B15743C-2DCF-4099-987C-A72673E72130}"/>
    <dgm:cxn modelId="{DE14A3D8-CAA9-4C14-BC99-441EB30E1D0F}" srcId="{80784E4F-8F8E-476A-A0E7-BBADC664BD63}" destId="{D2FBE66E-A4E7-41B5-B4C7-4D7B916E3074}" srcOrd="1" destOrd="0" parTransId="{7027A00F-CBFF-4510-A59F-AA9220053E42}" sibTransId="{E2F5B525-4A89-4494-A267-B50979DB40D9}"/>
    <dgm:cxn modelId="{852FF4F5-289E-4489-900C-1A2A7CB43B61}" srcId="{80784E4F-8F8E-476A-A0E7-BBADC664BD63}" destId="{FAE322FB-89C8-4CF8-AC67-8085EDA328AB}" srcOrd="3" destOrd="0" parTransId="{EFE6F9C9-64EC-4885-8FD9-5158D9F56932}" sibTransId="{508B970F-06AC-4F9D-82F2-2B4301EAF96E}"/>
    <dgm:cxn modelId="{90CB28F9-8E45-4ED6-AACA-B9B75A82587D}" type="presOf" srcId="{FAE322FB-89C8-4CF8-AC67-8085EDA328AB}" destId="{BCAE05B1-46C9-48D2-81DD-4DE1C61F7599}" srcOrd="0" destOrd="0" presId="urn:microsoft.com/office/officeart/2005/8/layout/vList4"/>
    <dgm:cxn modelId="{27BF3BF9-67DF-429D-825B-B643501BAB44}" type="presParOf" srcId="{F539CE09-4799-4767-9318-FC22CBEAB0E0}" destId="{1CCC43AF-B6FA-4396-9AB8-798D60D6BCDE}" srcOrd="0" destOrd="0" presId="urn:microsoft.com/office/officeart/2005/8/layout/vList4"/>
    <dgm:cxn modelId="{C198472E-080D-4E6E-8029-791A4CE72A93}" type="presParOf" srcId="{1CCC43AF-B6FA-4396-9AB8-798D60D6BCDE}" destId="{795CCF77-ED9E-47FB-96C9-90BFD1AD0A6E}" srcOrd="0" destOrd="0" presId="urn:microsoft.com/office/officeart/2005/8/layout/vList4"/>
    <dgm:cxn modelId="{548D2D2C-EFEF-4C59-9EB6-25CD496F3DC6}" type="presParOf" srcId="{1CCC43AF-B6FA-4396-9AB8-798D60D6BCDE}" destId="{1EE58C10-231C-4B76-8164-070C8A6FBE2E}" srcOrd="1" destOrd="0" presId="urn:microsoft.com/office/officeart/2005/8/layout/vList4"/>
    <dgm:cxn modelId="{49066FE1-3CC8-4804-8681-1D67B108F2FE}" type="presParOf" srcId="{1CCC43AF-B6FA-4396-9AB8-798D60D6BCDE}" destId="{2A04625D-9BC8-489E-8D9E-14F3480D8AA5}" srcOrd="2" destOrd="0" presId="urn:microsoft.com/office/officeart/2005/8/layout/vList4"/>
    <dgm:cxn modelId="{AA3BA70F-FEF5-4BA0-8DF5-1DE4414051C6}" type="presParOf" srcId="{F539CE09-4799-4767-9318-FC22CBEAB0E0}" destId="{BB321C58-2FDB-431D-A7EC-340E54A02C6F}" srcOrd="1" destOrd="0" presId="urn:microsoft.com/office/officeart/2005/8/layout/vList4"/>
    <dgm:cxn modelId="{39D18D98-03EA-498E-932A-230A823C61C9}" type="presParOf" srcId="{F539CE09-4799-4767-9318-FC22CBEAB0E0}" destId="{5B27BFE0-5841-4784-9D1C-DFFACAA5AB3A}" srcOrd="2" destOrd="0" presId="urn:microsoft.com/office/officeart/2005/8/layout/vList4"/>
    <dgm:cxn modelId="{05352CAF-82F6-4BAA-9DBD-6CBA7A463211}" type="presParOf" srcId="{5B27BFE0-5841-4784-9D1C-DFFACAA5AB3A}" destId="{12CCE30C-20DA-4D1C-AA66-4C040E768A8F}" srcOrd="0" destOrd="0" presId="urn:microsoft.com/office/officeart/2005/8/layout/vList4"/>
    <dgm:cxn modelId="{E1846B5C-3A24-41A4-8116-15545A26F70D}" type="presParOf" srcId="{5B27BFE0-5841-4784-9D1C-DFFACAA5AB3A}" destId="{8534D18D-3346-4216-9048-A1DA244C2E35}" srcOrd="1" destOrd="0" presId="urn:microsoft.com/office/officeart/2005/8/layout/vList4"/>
    <dgm:cxn modelId="{DA2E602F-EB10-4E7D-BFAD-1666945780AA}" type="presParOf" srcId="{5B27BFE0-5841-4784-9D1C-DFFACAA5AB3A}" destId="{0F8EEA53-E00F-4C61-B33A-5648704E740B}" srcOrd="2" destOrd="0" presId="urn:microsoft.com/office/officeart/2005/8/layout/vList4"/>
    <dgm:cxn modelId="{07A7A86B-A688-4E80-ACB0-00916CAFC27D}" type="presParOf" srcId="{F539CE09-4799-4767-9318-FC22CBEAB0E0}" destId="{8CDE9044-3B0A-4647-B14F-41E2E51D1A8B}" srcOrd="3" destOrd="0" presId="urn:microsoft.com/office/officeart/2005/8/layout/vList4"/>
    <dgm:cxn modelId="{1C44740E-16C4-409C-A1A3-55850A17CEE2}" type="presParOf" srcId="{F539CE09-4799-4767-9318-FC22CBEAB0E0}" destId="{811FA91A-3075-4594-988C-B81DB84F3466}" srcOrd="4" destOrd="0" presId="urn:microsoft.com/office/officeart/2005/8/layout/vList4"/>
    <dgm:cxn modelId="{10FAAF21-C0BC-40D1-9E20-689CB2A5BAE7}" type="presParOf" srcId="{811FA91A-3075-4594-988C-B81DB84F3466}" destId="{2FB219E5-F735-4CE9-AE86-063E52671239}" srcOrd="0" destOrd="0" presId="urn:microsoft.com/office/officeart/2005/8/layout/vList4"/>
    <dgm:cxn modelId="{EEF575BA-B877-42B8-BEE5-80C966B07972}" type="presParOf" srcId="{811FA91A-3075-4594-988C-B81DB84F3466}" destId="{B408B0A6-9A07-4245-A1FA-11EC36D43943}" srcOrd="1" destOrd="0" presId="urn:microsoft.com/office/officeart/2005/8/layout/vList4"/>
    <dgm:cxn modelId="{023FA8E7-A77C-478A-8283-D4E6D85F81A4}" type="presParOf" srcId="{811FA91A-3075-4594-988C-B81DB84F3466}" destId="{1E5FA288-CA80-4723-B5D7-AD85273EE1AD}" srcOrd="2" destOrd="0" presId="urn:microsoft.com/office/officeart/2005/8/layout/vList4"/>
    <dgm:cxn modelId="{0E104B95-EAA1-45FC-A149-88710221E3CB}" type="presParOf" srcId="{F539CE09-4799-4767-9318-FC22CBEAB0E0}" destId="{1018A9A8-854A-4E22-A5DE-92DA58B0435E}" srcOrd="5" destOrd="0" presId="urn:microsoft.com/office/officeart/2005/8/layout/vList4"/>
    <dgm:cxn modelId="{D4063C92-5200-48AD-8F25-FBDA0A173729}" type="presParOf" srcId="{F539CE09-4799-4767-9318-FC22CBEAB0E0}" destId="{8D409663-664F-4A99-8267-3F776249B4BB}" srcOrd="6" destOrd="0" presId="urn:microsoft.com/office/officeart/2005/8/layout/vList4"/>
    <dgm:cxn modelId="{AE3DDB9E-1051-4EB6-9E9C-6536A8710972}" type="presParOf" srcId="{8D409663-664F-4A99-8267-3F776249B4BB}" destId="{BCAE05B1-46C9-48D2-81DD-4DE1C61F7599}" srcOrd="0" destOrd="0" presId="urn:microsoft.com/office/officeart/2005/8/layout/vList4"/>
    <dgm:cxn modelId="{9F383BB2-E90D-423A-885C-DF9935F29B95}" type="presParOf" srcId="{8D409663-664F-4A99-8267-3F776249B4BB}" destId="{1F962144-54E1-469E-858F-11BEDC284C42}" srcOrd="1" destOrd="0" presId="urn:microsoft.com/office/officeart/2005/8/layout/vList4"/>
    <dgm:cxn modelId="{6141772D-80CF-426C-BB11-F8464338DC48}" type="presParOf" srcId="{8D409663-664F-4A99-8267-3F776249B4BB}" destId="{C1E1CDC8-B434-41B8-B306-AE654BF07282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63AA75-A387-45C0-9FDE-A1B804ACCBF1}" type="doc">
      <dgm:prSet loTypeId="urn:microsoft.com/office/officeart/2005/8/layout/default" loCatId="list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5D93DCB-286A-486F-859B-D10CE7C1B3F0}">
      <dgm:prSet phldrT="[Text]"/>
      <dgm:spPr/>
      <dgm:t>
        <a:bodyPr/>
        <a:lstStyle/>
        <a:p>
          <a:r>
            <a:rPr lang="en-US" b="1" dirty="0">
              <a:solidFill>
                <a:schemeClr val="tx2"/>
              </a:solidFill>
            </a:rPr>
            <a:t>1. Model </a:t>
          </a:r>
          <a:r>
            <a:rPr lang="en-US" b="1" dirty="0" err="1">
              <a:solidFill>
                <a:schemeClr val="tx2"/>
              </a:solidFill>
            </a:rPr>
            <a:t>medis</a:t>
          </a:r>
          <a:r>
            <a:rPr lang="en-US" b="1" dirty="0">
              <a:solidFill>
                <a:schemeClr val="tx2"/>
              </a:solidFill>
            </a:rPr>
            <a:t> (Medical Model)</a:t>
          </a:r>
        </a:p>
      </dgm:t>
    </dgm:pt>
    <dgm:pt modelId="{460412D2-2930-4ED6-A0E0-BC8128700497}" type="parTrans" cxnId="{DC64B65E-C10C-4318-8A71-BCC0D05D0417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6A0304CA-6DA5-453B-A143-0B8EE2F60E72}" type="sibTrans" cxnId="{DC64B65E-C10C-4318-8A71-BCC0D05D0417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E13DE249-3E85-4E8E-999A-EEDC4987B07D}">
      <dgm:prSet/>
      <dgm:spPr/>
      <dgm:t>
        <a:bodyPr/>
        <a:lstStyle/>
        <a:p>
          <a:r>
            <a:rPr lang="en-US" b="1" dirty="0">
              <a:solidFill>
                <a:schemeClr val="tx2"/>
              </a:solidFill>
            </a:rPr>
            <a:t>2. </a:t>
          </a:r>
          <a:r>
            <a:rPr lang="en-US" b="1" dirty="0" err="1">
              <a:solidFill>
                <a:schemeClr val="tx2"/>
              </a:solidFill>
            </a:rPr>
            <a:t>Penyimpangan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dari</a:t>
          </a:r>
          <a:r>
            <a:rPr lang="en-US" b="1" dirty="0">
              <a:solidFill>
                <a:schemeClr val="tx2"/>
              </a:solidFill>
            </a:rPr>
            <a:t> rata-rata (Abnormality as Deviation From the Average)</a:t>
          </a:r>
        </a:p>
      </dgm:t>
    </dgm:pt>
    <dgm:pt modelId="{B0D03E3E-AA80-4A1A-A2F8-8EEE3C97838E}" type="parTrans" cxnId="{4B3CE666-3697-4546-B271-2B5B9AFAA8A4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23BF23A4-3766-4279-92D6-58F4DC2C3916}" type="sibTrans" cxnId="{4B3CE666-3697-4546-B271-2B5B9AFAA8A4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21533429-54BD-4F0E-94A6-21621D346216}">
      <dgm:prSet/>
      <dgm:spPr/>
      <dgm:t>
        <a:bodyPr/>
        <a:lstStyle/>
        <a:p>
          <a:r>
            <a:rPr lang="en-US" b="1" dirty="0">
              <a:solidFill>
                <a:schemeClr val="tx2"/>
              </a:solidFill>
            </a:rPr>
            <a:t>3. </a:t>
          </a:r>
          <a:r>
            <a:rPr lang="en-US" b="1" dirty="0" err="1">
              <a:solidFill>
                <a:schemeClr val="tx2"/>
              </a:solidFill>
            </a:rPr>
            <a:t>Penyimpangan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dari</a:t>
          </a:r>
          <a:r>
            <a:rPr lang="en-US" b="1" dirty="0">
              <a:solidFill>
                <a:schemeClr val="tx2"/>
              </a:solidFill>
            </a:rPr>
            <a:t> yang ideal (Abnormality as Deviation from the Ideal)</a:t>
          </a:r>
        </a:p>
      </dgm:t>
    </dgm:pt>
    <dgm:pt modelId="{11DD86EA-5BC9-483D-894C-82CD76D295E7}" type="parTrans" cxnId="{62C09954-C3DB-4B98-A865-E361358A2548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52914576-F178-4B0C-A7B5-6B6D21FDA39B}" type="sibTrans" cxnId="{62C09954-C3DB-4B98-A865-E361358A2548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29C8CA29-3CD8-472B-A108-F0A1BF621181}" type="pres">
      <dgm:prSet presAssocID="{2163AA75-A387-45C0-9FDE-A1B804ACCBF1}" presName="diagram" presStyleCnt="0">
        <dgm:presLayoutVars>
          <dgm:dir/>
          <dgm:resizeHandles val="exact"/>
        </dgm:presLayoutVars>
      </dgm:prSet>
      <dgm:spPr/>
    </dgm:pt>
    <dgm:pt modelId="{E97B08AD-713D-4212-9008-86486E801409}" type="pres">
      <dgm:prSet presAssocID="{95D93DCB-286A-486F-859B-D10CE7C1B3F0}" presName="node" presStyleLbl="node1" presStyleIdx="0" presStyleCnt="3">
        <dgm:presLayoutVars>
          <dgm:bulletEnabled val="1"/>
        </dgm:presLayoutVars>
      </dgm:prSet>
      <dgm:spPr/>
    </dgm:pt>
    <dgm:pt modelId="{4A9794B4-F48E-4C90-85A9-F7D5BCDB2138}" type="pres">
      <dgm:prSet presAssocID="{6A0304CA-6DA5-453B-A143-0B8EE2F60E72}" presName="sibTrans" presStyleCnt="0"/>
      <dgm:spPr/>
    </dgm:pt>
    <dgm:pt modelId="{95033A78-A55C-4713-AC55-8B893F533501}" type="pres">
      <dgm:prSet presAssocID="{E13DE249-3E85-4E8E-999A-EEDC4987B07D}" presName="node" presStyleLbl="node1" presStyleIdx="1" presStyleCnt="3">
        <dgm:presLayoutVars>
          <dgm:bulletEnabled val="1"/>
        </dgm:presLayoutVars>
      </dgm:prSet>
      <dgm:spPr/>
    </dgm:pt>
    <dgm:pt modelId="{70293A62-74C0-4B4F-85CF-98AC169C7A18}" type="pres">
      <dgm:prSet presAssocID="{23BF23A4-3766-4279-92D6-58F4DC2C3916}" presName="sibTrans" presStyleCnt="0"/>
      <dgm:spPr/>
    </dgm:pt>
    <dgm:pt modelId="{64D6730A-22CD-4A27-B846-B8233B3C75B2}" type="pres">
      <dgm:prSet presAssocID="{21533429-54BD-4F0E-94A6-21621D346216}" presName="node" presStyleLbl="node1" presStyleIdx="2" presStyleCnt="3">
        <dgm:presLayoutVars>
          <dgm:bulletEnabled val="1"/>
        </dgm:presLayoutVars>
      </dgm:prSet>
      <dgm:spPr/>
    </dgm:pt>
  </dgm:ptLst>
  <dgm:cxnLst>
    <dgm:cxn modelId="{CC92083A-F448-47EB-82C5-F0E17442F276}" type="presOf" srcId="{21533429-54BD-4F0E-94A6-21621D346216}" destId="{64D6730A-22CD-4A27-B846-B8233B3C75B2}" srcOrd="0" destOrd="0" presId="urn:microsoft.com/office/officeart/2005/8/layout/default"/>
    <dgm:cxn modelId="{DC64B65E-C10C-4318-8A71-BCC0D05D0417}" srcId="{2163AA75-A387-45C0-9FDE-A1B804ACCBF1}" destId="{95D93DCB-286A-486F-859B-D10CE7C1B3F0}" srcOrd="0" destOrd="0" parTransId="{460412D2-2930-4ED6-A0E0-BC8128700497}" sibTransId="{6A0304CA-6DA5-453B-A143-0B8EE2F60E72}"/>
    <dgm:cxn modelId="{4B3CE666-3697-4546-B271-2B5B9AFAA8A4}" srcId="{2163AA75-A387-45C0-9FDE-A1B804ACCBF1}" destId="{E13DE249-3E85-4E8E-999A-EEDC4987B07D}" srcOrd="1" destOrd="0" parTransId="{B0D03E3E-AA80-4A1A-A2F8-8EEE3C97838E}" sibTransId="{23BF23A4-3766-4279-92D6-58F4DC2C3916}"/>
    <dgm:cxn modelId="{F4038971-E70B-48AD-ABFF-931D3F6D2405}" type="presOf" srcId="{E13DE249-3E85-4E8E-999A-EEDC4987B07D}" destId="{95033A78-A55C-4713-AC55-8B893F533501}" srcOrd="0" destOrd="0" presId="urn:microsoft.com/office/officeart/2005/8/layout/default"/>
    <dgm:cxn modelId="{62C09954-C3DB-4B98-A865-E361358A2548}" srcId="{2163AA75-A387-45C0-9FDE-A1B804ACCBF1}" destId="{21533429-54BD-4F0E-94A6-21621D346216}" srcOrd="2" destOrd="0" parTransId="{11DD86EA-5BC9-483D-894C-82CD76D295E7}" sibTransId="{52914576-F178-4B0C-A7B5-6B6D21FDA39B}"/>
    <dgm:cxn modelId="{AB2864D9-82F2-469F-9801-DD73D8D1CFDF}" type="presOf" srcId="{95D93DCB-286A-486F-859B-D10CE7C1B3F0}" destId="{E97B08AD-713D-4212-9008-86486E801409}" srcOrd="0" destOrd="0" presId="urn:microsoft.com/office/officeart/2005/8/layout/default"/>
    <dgm:cxn modelId="{DF3B5EF1-3456-43FD-AB90-903E5AF1619A}" type="presOf" srcId="{2163AA75-A387-45C0-9FDE-A1B804ACCBF1}" destId="{29C8CA29-3CD8-472B-A108-F0A1BF621181}" srcOrd="0" destOrd="0" presId="urn:microsoft.com/office/officeart/2005/8/layout/default"/>
    <dgm:cxn modelId="{8349B108-D618-4E1A-B855-02021279EE0C}" type="presParOf" srcId="{29C8CA29-3CD8-472B-A108-F0A1BF621181}" destId="{E97B08AD-713D-4212-9008-86486E801409}" srcOrd="0" destOrd="0" presId="urn:microsoft.com/office/officeart/2005/8/layout/default"/>
    <dgm:cxn modelId="{5E1A6CC1-F3F2-4745-A2CF-C530B583B5D2}" type="presParOf" srcId="{29C8CA29-3CD8-472B-A108-F0A1BF621181}" destId="{4A9794B4-F48E-4C90-85A9-F7D5BCDB2138}" srcOrd="1" destOrd="0" presId="urn:microsoft.com/office/officeart/2005/8/layout/default"/>
    <dgm:cxn modelId="{6D74B927-F25A-4AAE-8818-096398AC6A1B}" type="presParOf" srcId="{29C8CA29-3CD8-472B-A108-F0A1BF621181}" destId="{95033A78-A55C-4713-AC55-8B893F533501}" srcOrd="2" destOrd="0" presId="urn:microsoft.com/office/officeart/2005/8/layout/default"/>
    <dgm:cxn modelId="{8C49F862-A087-43A8-BDA2-E563014636B3}" type="presParOf" srcId="{29C8CA29-3CD8-472B-A108-F0A1BF621181}" destId="{70293A62-74C0-4B4F-85CF-98AC169C7A18}" srcOrd="3" destOrd="0" presId="urn:microsoft.com/office/officeart/2005/8/layout/default"/>
    <dgm:cxn modelId="{301D3943-5650-4CC3-B7B6-F39343705691}" type="presParOf" srcId="{29C8CA29-3CD8-472B-A108-F0A1BF621181}" destId="{64D6730A-22CD-4A27-B846-B8233B3C75B2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FFCA26-1A9C-4317-B371-048CE8EFDF2C}" type="doc">
      <dgm:prSet loTypeId="urn:microsoft.com/office/officeart/2005/8/layout/default" loCatId="list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431DA4E-4210-47C1-A9A3-F4F0FC58DE64}">
      <dgm:prSet phldrT="[Text]"/>
      <dgm:spPr/>
      <dgm:t>
        <a:bodyPr/>
        <a:lstStyle/>
        <a:p>
          <a:pPr algn="l"/>
          <a:r>
            <a:rPr lang="en-US" b="1" dirty="0">
              <a:solidFill>
                <a:schemeClr val="tx2"/>
              </a:solidFill>
            </a:rPr>
            <a:t>Orang-orang yang </a:t>
          </a:r>
          <a:r>
            <a:rPr lang="en-US" b="1" dirty="0" err="1">
              <a:solidFill>
                <a:schemeClr val="tx2"/>
              </a:solidFill>
            </a:rPr>
            <a:t>memiliki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pandangan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seperti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ini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bila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dengar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istilah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kelainan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perilaku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akan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cenderung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melihat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atau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memandang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anak</a:t>
          </a:r>
          <a:r>
            <a:rPr lang="en-US" b="1" dirty="0">
              <a:solidFill>
                <a:schemeClr val="tx2"/>
              </a:solidFill>
            </a:rPr>
            <a:t> yang </a:t>
          </a:r>
          <a:r>
            <a:rPr lang="en-US" b="1" dirty="0" err="1">
              <a:solidFill>
                <a:schemeClr val="tx2"/>
              </a:solidFill>
            </a:rPr>
            <a:t>mengalami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kelainan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sebagai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anak</a:t>
          </a:r>
          <a:r>
            <a:rPr lang="en-US" b="1" dirty="0">
              <a:solidFill>
                <a:schemeClr val="tx2"/>
              </a:solidFill>
            </a:rPr>
            <a:t> yang </a:t>
          </a:r>
          <a:r>
            <a:rPr lang="en-US" b="1" dirty="0" err="1">
              <a:solidFill>
                <a:schemeClr val="tx2"/>
              </a:solidFill>
            </a:rPr>
            <a:t>jiwanya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menderita</a:t>
          </a:r>
          <a:r>
            <a:rPr lang="en-US" b="1" dirty="0">
              <a:solidFill>
                <a:schemeClr val="tx2"/>
              </a:solidFill>
            </a:rPr>
            <a:t> “</a:t>
          </a:r>
          <a:r>
            <a:rPr lang="en-US" b="1" dirty="0" err="1">
              <a:solidFill>
                <a:schemeClr val="tx2"/>
              </a:solidFill>
            </a:rPr>
            <a:t>sakit</a:t>
          </a:r>
          <a:r>
            <a:rPr lang="en-US" b="1" dirty="0">
              <a:solidFill>
                <a:schemeClr val="tx2"/>
              </a:solidFill>
            </a:rPr>
            <a:t>” </a:t>
          </a:r>
          <a:r>
            <a:rPr lang="en-US" b="1" dirty="0" err="1">
              <a:solidFill>
                <a:schemeClr val="tx2"/>
              </a:solidFill>
            </a:rPr>
            <a:t>atau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berpikiran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bahwa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apa</a:t>
          </a:r>
          <a:r>
            <a:rPr lang="en-US" b="1" dirty="0">
              <a:solidFill>
                <a:schemeClr val="tx2"/>
              </a:solidFill>
            </a:rPr>
            <a:t> yang </a:t>
          </a:r>
          <a:r>
            <a:rPr lang="en-US" b="1" dirty="0" err="1">
              <a:solidFill>
                <a:schemeClr val="tx2"/>
              </a:solidFill>
            </a:rPr>
            <a:t>diderita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atau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dialami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anak</a:t>
          </a:r>
          <a:r>
            <a:rPr lang="en-US" b="1" dirty="0">
              <a:solidFill>
                <a:schemeClr val="tx2"/>
              </a:solidFill>
            </a:rPr>
            <a:t> analog </a:t>
          </a:r>
          <a:r>
            <a:rPr lang="en-US" b="1" dirty="0" err="1">
              <a:solidFill>
                <a:schemeClr val="tx2"/>
              </a:solidFill>
            </a:rPr>
            <a:t>dengan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sakit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fisik</a:t>
          </a:r>
          <a:r>
            <a:rPr lang="en-US" b="1" dirty="0">
              <a:solidFill>
                <a:schemeClr val="tx2"/>
              </a:solidFill>
            </a:rPr>
            <a:t>.</a:t>
          </a:r>
        </a:p>
      </dgm:t>
    </dgm:pt>
    <dgm:pt modelId="{75F2DD84-D465-4874-AC32-8BE6B119891F}" type="parTrans" cxnId="{7ACA357D-8331-40AA-BA24-140B01552D24}">
      <dgm:prSet/>
      <dgm:spPr/>
      <dgm:t>
        <a:bodyPr/>
        <a:lstStyle/>
        <a:p>
          <a:pPr algn="l"/>
          <a:endParaRPr lang="en-US" b="1">
            <a:solidFill>
              <a:schemeClr val="tx2"/>
            </a:solidFill>
          </a:endParaRPr>
        </a:p>
      </dgm:t>
    </dgm:pt>
    <dgm:pt modelId="{085A659A-10FB-45D6-B87E-E46110E55FDF}" type="sibTrans" cxnId="{7ACA357D-8331-40AA-BA24-140B01552D24}">
      <dgm:prSet/>
      <dgm:spPr/>
      <dgm:t>
        <a:bodyPr/>
        <a:lstStyle/>
        <a:p>
          <a:pPr algn="l"/>
          <a:endParaRPr lang="en-US" b="1">
            <a:solidFill>
              <a:schemeClr val="tx2"/>
            </a:solidFill>
          </a:endParaRPr>
        </a:p>
      </dgm:t>
    </dgm:pt>
    <dgm:pt modelId="{056A8956-FD90-460A-BEF2-EE20C9F6020B}">
      <dgm:prSet phldrT="[Text]"/>
      <dgm:spPr/>
      <dgm:t>
        <a:bodyPr/>
        <a:lstStyle/>
        <a:p>
          <a:pPr algn="l"/>
          <a:r>
            <a:rPr lang="en-US" b="1" dirty="0">
              <a:solidFill>
                <a:schemeClr val="tx2"/>
              </a:solidFill>
            </a:rPr>
            <a:t>Para </a:t>
          </a:r>
          <a:r>
            <a:rPr lang="en-US" b="1" dirty="0" err="1">
              <a:solidFill>
                <a:schemeClr val="tx2"/>
              </a:solidFill>
            </a:rPr>
            <a:t>ahli</a:t>
          </a:r>
          <a:r>
            <a:rPr lang="en-US" b="1" dirty="0">
              <a:solidFill>
                <a:schemeClr val="tx2"/>
              </a:solidFill>
            </a:rPr>
            <a:t> yang </a:t>
          </a:r>
          <a:r>
            <a:rPr lang="en-US" b="1" dirty="0" err="1">
              <a:solidFill>
                <a:schemeClr val="tx2"/>
              </a:solidFill>
            </a:rPr>
            <a:t>menggunakan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pendekatan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ini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mengasumsikan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bahwa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kelainan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psikologis</a:t>
          </a:r>
          <a:r>
            <a:rPr lang="en-US" b="1" dirty="0">
              <a:solidFill>
                <a:schemeClr val="tx2"/>
              </a:solidFill>
            </a:rPr>
            <a:t> – </a:t>
          </a:r>
          <a:r>
            <a:rPr lang="en-US" b="1" dirty="0" err="1">
              <a:solidFill>
                <a:schemeClr val="tx2"/>
              </a:solidFill>
            </a:rPr>
            <a:t>seperti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juga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penyakit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fisik</a:t>
          </a:r>
          <a:r>
            <a:rPr lang="en-US" b="1" dirty="0">
              <a:solidFill>
                <a:schemeClr val="tx2"/>
              </a:solidFill>
            </a:rPr>
            <a:t> – </a:t>
          </a:r>
          <a:r>
            <a:rPr lang="en-US" b="1" dirty="0" err="1">
              <a:solidFill>
                <a:schemeClr val="tx2"/>
              </a:solidFill>
            </a:rPr>
            <a:t>hidup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dan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menetap</a:t>
          </a:r>
          <a:r>
            <a:rPr lang="en-US" b="1" dirty="0">
              <a:solidFill>
                <a:schemeClr val="tx2"/>
              </a:solidFill>
            </a:rPr>
            <a:t> di </a:t>
          </a:r>
          <a:r>
            <a:rPr lang="en-US" b="1" dirty="0" err="1">
              <a:solidFill>
                <a:schemeClr val="tx2"/>
              </a:solidFill>
            </a:rPr>
            <a:t>dalam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diri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anak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dan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merupakan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hasil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dari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fisiologis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atau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intrapsikis</a:t>
          </a:r>
          <a:r>
            <a:rPr lang="en-US" b="1" dirty="0">
              <a:solidFill>
                <a:schemeClr val="tx2"/>
              </a:solidFill>
            </a:rPr>
            <a:t>. </a:t>
          </a:r>
          <a:endParaRPr lang="id-ID" b="1" dirty="0">
            <a:solidFill>
              <a:schemeClr val="tx2"/>
            </a:solidFill>
          </a:endParaRPr>
        </a:p>
      </dgm:t>
    </dgm:pt>
    <dgm:pt modelId="{31158B2A-4EB1-4DC5-BFB4-1F23B91CA2ED}" type="sibTrans" cxnId="{D60BBF1C-DBCF-45E2-BE6B-40EE70290914}">
      <dgm:prSet/>
      <dgm:spPr/>
      <dgm:t>
        <a:bodyPr/>
        <a:lstStyle/>
        <a:p>
          <a:pPr algn="l"/>
          <a:endParaRPr lang="en-US" b="1">
            <a:solidFill>
              <a:schemeClr val="tx2"/>
            </a:solidFill>
          </a:endParaRPr>
        </a:p>
      </dgm:t>
    </dgm:pt>
    <dgm:pt modelId="{A10FA827-2229-431A-A318-2D58F0EF9457}" type="parTrans" cxnId="{D60BBF1C-DBCF-45E2-BE6B-40EE70290914}">
      <dgm:prSet/>
      <dgm:spPr/>
      <dgm:t>
        <a:bodyPr/>
        <a:lstStyle/>
        <a:p>
          <a:pPr algn="l"/>
          <a:endParaRPr lang="en-US" b="1">
            <a:solidFill>
              <a:schemeClr val="tx2"/>
            </a:solidFill>
          </a:endParaRPr>
        </a:p>
      </dgm:t>
    </dgm:pt>
    <dgm:pt modelId="{63559816-D21E-42B9-B318-972DC8E52EC3}">
      <dgm:prSet phldrT="[Text]"/>
      <dgm:spPr/>
      <dgm:t>
        <a:bodyPr/>
        <a:lstStyle/>
        <a:p>
          <a:pPr algn="l"/>
          <a:r>
            <a:rPr lang="en-US" b="1" dirty="0" err="1">
              <a:solidFill>
                <a:schemeClr val="tx2"/>
              </a:solidFill>
            </a:rPr>
            <a:t>Dalam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kenyataannya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dengan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menggunakan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pendekatan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medis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ini</a:t>
          </a:r>
          <a:r>
            <a:rPr lang="en-US" b="1" dirty="0">
              <a:solidFill>
                <a:schemeClr val="tx2"/>
              </a:solidFill>
            </a:rPr>
            <a:t>, </a:t>
          </a:r>
          <a:r>
            <a:rPr lang="en-US" b="1" dirty="0" err="1">
              <a:solidFill>
                <a:schemeClr val="tx2"/>
              </a:solidFill>
            </a:rPr>
            <a:t>akan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terdapat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banyak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kesulitan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untuk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menegakkan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kriteria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bagi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individu-individu</a:t>
          </a:r>
          <a:r>
            <a:rPr lang="en-US" b="1" dirty="0">
              <a:solidFill>
                <a:schemeClr val="tx2"/>
              </a:solidFill>
            </a:rPr>
            <a:t> yang </a:t>
          </a:r>
          <a:r>
            <a:rPr lang="en-US" b="1" dirty="0" err="1">
              <a:solidFill>
                <a:schemeClr val="tx2"/>
              </a:solidFill>
            </a:rPr>
            <a:t>dikatakan</a:t>
          </a:r>
          <a:r>
            <a:rPr lang="en-US" b="1" dirty="0">
              <a:solidFill>
                <a:schemeClr val="tx2"/>
              </a:solidFill>
            </a:rPr>
            <a:t> abnormal. </a:t>
          </a:r>
          <a:r>
            <a:rPr lang="en-US" b="1" dirty="0" err="1">
              <a:solidFill>
                <a:schemeClr val="tx2"/>
              </a:solidFill>
            </a:rPr>
            <a:t>Sehingga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diperlukan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kesadaran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dan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kehati-hatian</a:t>
          </a:r>
          <a:r>
            <a:rPr lang="en-US" b="1" dirty="0">
              <a:solidFill>
                <a:schemeClr val="tx2"/>
              </a:solidFill>
            </a:rPr>
            <a:t> yang </a:t>
          </a:r>
          <a:r>
            <a:rPr lang="en-US" b="1" dirty="0" err="1">
              <a:solidFill>
                <a:schemeClr val="tx2"/>
              </a:solidFill>
            </a:rPr>
            <a:t>sangat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serta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kemampuan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melihat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masalah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tidak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hanya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dari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satu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sudut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pandang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saja</a:t>
          </a:r>
          <a:r>
            <a:rPr lang="en-US" b="1" dirty="0">
              <a:solidFill>
                <a:schemeClr val="tx2"/>
              </a:solidFill>
            </a:rPr>
            <a:t>.</a:t>
          </a:r>
        </a:p>
      </dgm:t>
    </dgm:pt>
    <dgm:pt modelId="{087C586E-A1A9-42B2-9757-387EA5DCD1B2}" type="sibTrans" cxnId="{F03FEF05-0C0C-4994-BF3D-1DFAB71895E8}">
      <dgm:prSet/>
      <dgm:spPr/>
      <dgm:t>
        <a:bodyPr/>
        <a:lstStyle/>
        <a:p>
          <a:pPr algn="l"/>
          <a:endParaRPr lang="en-US" b="1">
            <a:solidFill>
              <a:schemeClr val="tx2"/>
            </a:solidFill>
          </a:endParaRPr>
        </a:p>
      </dgm:t>
    </dgm:pt>
    <dgm:pt modelId="{14FB2350-757D-44D3-8CCC-66A18422663F}" type="parTrans" cxnId="{F03FEF05-0C0C-4994-BF3D-1DFAB71895E8}">
      <dgm:prSet/>
      <dgm:spPr/>
      <dgm:t>
        <a:bodyPr/>
        <a:lstStyle/>
        <a:p>
          <a:pPr algn="l"/>
          <a:endParaRPr lang="en-US" b="1">
            <a:solidFill>
              <a:schemeClr val="tx2"/>
            </a:solidFill>
          </a:endParaRPr>
        </a:p>
      </dgm:t>
    </dgm:pt>
    <dgm:pt modelId="{9E3B6A3C-D384-4F7E-928C-F12EC1C302A8}" type="pres">
      <dgm:prSet presAssocID="{6BFFCA26-1A9C-4317-B371-048CE8EFDF2C}" presName="diagram" presStyleCnt="0">
        <dgm:presLayoutVars>
          <dgm:dir/>
          <dgm:resizeHandles val="exact"/>
        </dgm:presLayoutVars>
      </dgm:prSet>
      <dgm:spPr/>
    </dgm:pt>
    <dgm:pt modelId="{2D7CE5C2-03EE-4ABD-ADFD-B6DAD33522C0}" type="pres">
      <dgm:prSet presAssocID="{7431DA4E-4210-47C1-A9A3-F4F0FC58DE64}" presName="node" presStyleLbl="node1" presStyleIdx="0" presStyleCnt="3">
        <dgm:presLayoutVars>
          <dgm:bulletEnabled val="1"/>
        </dgm:presLayoutVars>
      </dgm:prSet>
      <dgm:spPr/>
    </dgm:pt>
    <dgm:pt modelId="{0A541F0A-2958-482D-BB55-B5D618B13CB6}" type="pres">
      <dgm:prSet presAssocID="{085A659A-10FB-45D6-B87E-E46110E55FDF}" presName="sibTrans" presStyleCnt="0"/>
      <dgm:spPr/>
    </dgm:pt>
    <dgm:pt modelId="{60BB2F3A-EF23-4C0B-8545-3983B31D6948}" type="pres">
      <dgm:prSet presAssocID="{056A8956-FD90-460A-BEF2-EE20C9F6020B}" presName="node" presStyleLbl="node1" presStyleIdx="1" presStyleCnt="3">
        <dgm:presLayoutVars>
          <dgm:bulletEnabled val="1"/>
        </dgm:presLayoutVars>
      </dgm:prSet>
      <dgm:spPr/>
    </dgm:pt>
    <dgm:pt modelId="{C5EAE588-37C3-49DA-BC4C-6DE9EB65A14E}" type="pres">
      <dgm:prSet presAssocID="{31158B2A-4EB1-4DC5-BFB4-1F23B91CA2ED}" presName="sibTrans" presStyleCnt="0"/>
      <dgm:spPr/>
    </dgm:pt>
    <dgm:pt modelId="{DB88A9E2-37FD-44EE-85CD-A38F25012CD7}" type="pres">
      <dgm:prSet presAssocID="{63559816-D21E-42B9-B318-972DC8E52EC3}" presName="node" presStyleLbl="node1" presStyleIdx="2" presStyleCnt="3">
        <dgm:presLayoutVars>
          <dgm:bulletEnabled val="1"/>
        </dgm:presLayoutVars>
      </dgm:prSet>
      <dgm:spPr/>
    </dgm:pt>
  </dgm:ptLst>
  <dgm:cxnLst>
    <dgm:cxn modelId="{F03FEF05-0C0C-4994-BF3D-1DFAB71895E8}" srcId="{6BFFCA26-1A9C-4317-B371-048CE8EFDF2C}" destId="{63559816-D21E-42B9-B318-972DC8E52EC3}" srcOrd="2" destOrd="0" parTransId="{14FB2350-757D-44D3-8CCC-66A18422663F}" sibTransId="{087C586E-A1A9-42B2-9757-387EA5DCD1B2}"/>
    <dgm:cxn modelId="{41349106-1E58-4E51-83DB-BB674D6718D1}" type="presOf" srcId="{63559816-D21E-42B9-B318-972DC8E52EC3}" destId="{DB88A9E2-37FD-44EE-85CD-A38F25012CD7}" srcOrd="0" destOrd="0" presId="urn:microsoft.com/office/officeart/2005/8/layout/default"/>
    <dgm:cxn modelId="{D60BBF1C-DBCF-45E2-BE6B-40EE70290914}" srcId="{6BFFCA26-1A9C-4317-B371-048CE8EFDF2C}" destId="{056A8956-FD90-460A-BEF2-EE20C9F6020B}" srcOrd="1" destOrd="0" parTransId="{A10FA827-2229-431A-A318-2D58F0EF9457}" sibTransId="{31158B2A-4EB1-4DC5-BFB4-1F23B91CA2ED}"/>
    <dgm:cxn modelId="{C38EF92E-2259-4FC2-93F5-48BF20ABA3C5}" type="presOf" srcId="{6BFFCA26-1A9C-4317-B371-048CE8EFDF2C}" destId="{9E3B6A3C-D384-4F7E-928C-F12EC1C302A8}" srcOrd="0" destOrd="0" presId="urn:microsoft.com/office/officeart/2005/8/layout/default"/>
    <dgm:cxn modelId="{FCAA8C66-6B5C-4483-A05B-8E3AEA86C6AB}" type="presOf" srcId="{056A8956-FD90-460A-BEF2-EE20C9F6020B}" destId="{60BB2F3A-EF23-4C0B-8545-3983B31D6948}" srcOrd="0" destOrd="0" presId="urn:microsoft.com/office/officeart/2005/8/layout/default"/>
    <dgm:cxn modelId="{7ACA357D-8331-40AA-BA24-140B01552D24}" srcId="{6BFFCA26-1A9C-4317-B371-048CE8EFDF2C}" destId="{7431DA4E-4210-47C1-A9A3-F4F0FC58DE64}" srcOrd="0" destOrd="0" parTransId="{75F2DD84-D465-4874-AC32-8BE6B119891F}" sibTransId="{085A659A-10FB-45D6-B87E-E46110E55FDF}"/>
    <dgm:cxn modelId="{42AFF1A2-CAD5-4458-87BE-AA1D12A6B31B}" type="presOf" srcId="{7431DA4E-4210-47C1-A9A3-F4F0FC58DE64}" destId="{2D7CE5C2-03EE-4ABD-ADFD-B6DAD33522C0}" srcOrd="0" destOrd="0" presId="urn:microsoft.com/office/officeart/2005/8/layout/default"/>
    <dgm:cxn modelId="{25B7A815-3A00-4437-B729-12CE07E53CEC}" type="presParOf" srcId="{9E3B6A3C-D384-4F7E-928C-F12EC1C302A8}" destId="{2D7CE5C2-03EE-4ABD-ADFD-B6DAD33522C0}" srcOrd="0" destOrd="0" presId="urn:microsoft.com/office/officeart/2005/8/layout/default"/>
    <dgm:cxn modelId="{439B25A6-74F7-4C4B-906C-3C1DC74DB1BE}" type="presParOf" srcId="{9E3B6A3C-D384-4F7E-928C-F12EC1C302A8}" destId="{0A541F0A-2958-482D-BB55-B5D618B13CB6}" srcOrd="1" destOrd="0" presId="urn:microsoft.com/office/officeart/2005/8/layout/default"/>
    <dgm:cxn modelId="{FB9F35DF-7248-4E3E-800C-DCEBA19D37FD}" type="presParOf" srcId="{9E3B6A3C-D384-4F7E-928C-F12EC1C302A8}" destId="{60BB2F3A-EF23-4C0B-8545-3983B31D6948}" srcOrd="2" destOrd="0" presId="urn:microsoft.com/office/officeart/2005/8/layout/default"/>
    <dgm:cxn modelId="{3B5C6528-9E01-42BC-8DC0-532DF5011C42}" type="presParOf" srcId="{9E3B6A3C-D384-4F7E-928C-F12EC1C302A8}" destId="{C5EAE588-37C3-49DA-BC4C-6DE9EB65A14E}" srcOrd="3" destOrd="0" presId="urn:microsoft.com/office/officeart/2005/8/layout/default"/>
    <dgm:cxn modelId="{7672352F-E41B-4356-9B0F-605CC003D336}" type="presParOf" srcId="{9E3B6A3C-D384-4F7E-928C-F12EC1C302A8}" destId="{DB88A9E2-37FD-44EE-85CD-A38F25012CD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86CACC-D3CE-48DF-8AE1-A96F8324F33E}" type="doc">
      <dgm:prSet loTypeId="urn:microsoft.com/office/officeart/2008/layout/PictureStrips" loCatId="list" qsTypeId="urn:microsoft.com/office/officeart/2005/8/quickstyle/3d1" qsCatId="3D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FFF68C1F-7E14-4620-ADC8-28BBA3BA6CE3}">
      <dgm:prSet phldrT="[Text]"/>
      <dgm:spPr/>
      <dgm:t>
        <a:bodyPr/>
        <a:lstStyle/>
        <a:p>
          <a:r>
            <a:rPr lang="en-US" b="1" dirty="0" err="1">
              <a:solidFill>
                <a:schemeClr val="tx2"/>
              </a:solidFill>
            </a:rPr>
            <a:t>Istilah</a:t>
          </a:r>
          <a:r>
            <a:rPr lang="en-US" b="1" dirty="0">
              <a:solidFill>
                <a:schemeClr val="tx2"/>
              </a:solidFill>
            </a:rPr>
            <a:t> “abnormal” </a:t>
          </a:r>
          <a:r>
            <a:rPr lang="en-US" b="1" dirty="0" err="1">
              <a:solidFill>
                <a:schemeClr val="tx2"/>
              </a:solidFill>
            </a:rPr>
            <a:t>secara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harfiah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berarti</a:t>
          </a:r>
          <a:r>
            <a:rPr lang="en-US" b="1" dirty="0">
              <a:solidFill>
                <a:schemeClr val="tx2"/>
              </a:solidFill>
            </a:rPr>
            <a:t> “</a:t>
          </a:r>
          <a:r>
            <a:rPr lang="en-US" b="1" dirty="0" err="1">
              <a:solidFill>
                <a:schemeClr val="tx2"/>
              </a:solidFill>
            </a:rPr>
            <a:t>terpisah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atau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berbeda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dari</a:t>
          </a:r>
          <a:r>
            <a:rPr lang="en-US" b="1" dirty="0">
              <a:solidFill>
                <a:schemeClr val="tx2"/>
              </a:solidFill>
            </a:rPr>
            <a:t> yang normal”.</a:t>
          </a:r>
          <a:endParaRPr lang="en-US" dirty="0">
            <a:solidFill>
              <a:schemeClr val="tx2"/>
            </a:solidFill>
          </a:endParaRPr>
        </a:p>
      </dgm:t>
    </dgm:pt>
    <dgm:pt modelId="{10756516-2CCA-482B-B7B6-C672C718DB2B}" type="parTrans" cxnId="{5084F352-D292-4BB4-ACFC-48BE5AF214C9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A7C15FFF-FEAB-41EC-8D6B-09D7C9453CBB}" type="sibTrans" cxnId="{5084F352-D292-4BB4-ACFC-48BE5AF214C9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508D937F-C09B-4112-89EA-E73760AD1220}">
      <dgm:prSet/>
      <dgm:spPr/>
      <dgm:t>
        <a:bodyPr/>
        <a:lstStyle/>
        <a:p>
          <a:r>
            <a:rPr lang="en-US" b="1" dirty="0">
              <a:solidFill>
                <a:schemeClr val="tx2"/>
              </a:solidFill>
            </a:rPr>
            <a:t>Model </a:t>
          </a:r>
          <a:r>
            <a:rPr lang="en-US" b="1" dirty="0" err="1">
              <a:solidFill>
                <a:schemeClr val="tx2"/>
              </a:solidFill>
            </a:rPr>
            <a:t>ini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mencoba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melihat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bahwa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perilaku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atau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perasaan</a:t>
          </a:r>
          <a:r>
            <a:rPr lang="en-US" b="1" dirty="0">
              <a:solidFill>
                <a:schemeClr val="tx2"/>
              </a:solidFill>
            </a:rPr>
            <a:t> yang </a:t>
          </a:r>
          <a:r>
            <a:rPr lang="en-US" b="1" dirty="0" err="1">
              <a:solidFill>
                <a:schemeClr val="tx2"/>
              </a:solidFill>
            </a:rPr>
            <a:t>berbeda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dari</a:t>
          </a:r>
          <a:r>
            <a:rPr lang="en-US" b="1" dirty="0">
              <a:solidFill>
                <a:schemeClr val="tx2"/>
              </a:solidFill>
            </a:rPr>
            <a:t> rata-rata </a:t>
          </a:r>
          <a:r>
            <a:rPr lang="en-US" b="1" dirty="0" err="1">
              <a:solidFill>
                <a:schemeClr val="tx2"/>
              </a:solidFill>
            </a:rPr>
            <a:t>adalah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sesuatu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yamg</a:t>
          </a:r>
          <a:r>
            <a:rPr lang="en-US" b="1" dirty="0">
              <a:solidFill>
                <a:schemeClr val="tx2"/>
              </a:solidFill>
            </a:rPr>
            <a:t> abnormal.</a:t>
          </a:r>
          <a:endParaRPr lang="id-ID" b="1" dirty="0">
            <a:solidFill>
              <a:schemeClr val="tx2"/>
            </a:solidFill>
          </a:endParaRPr>
        </a:p>
      </dgm:t>
    </dgm:pt>
    <dgm:pt modelId="{B620496A-E2E2-4E22-AC73-3C9E4EE17F04}" type="parTrans" cxnId="{3FEFB528-72B7-4F61-B398-17B2FBECF65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E0564948-9E45-4FBC-89FA-E01046D84563}" type="sibTrans" cxnId="{3FEFB528-72B7-4F61-B398-17B2FBECF65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F75E4584-D3C3-4E79-9D6F-636185BD9735}">
      <dgm:prSet/>
      <dgm:spPr/>
      <dgm:t>
        <a:bodyPr/>
        <a:lstStyle/>
        <a:p>
          <a:r>
            <a:rPr lang="en-US" b="1" dirty="0" err="1">
              <a:solidFill>
                <a:schemeClr val="tx2"/>
              </a:solidFill>
            </a:rPr>
            <a:t>Metode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ini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mendefinisikan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kelainan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atau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abnormalitas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dengan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menggunakan</a:t>
          </a:r>
          <a:r>
            <a:rPr lang="en-US" b="1" dirty="0">
              <a:solidFill>
                <a:schemeClr val="tx2"/>
              </a:solidFill>
            </a:rPr>
            <a:t> model </a:t>
          </a:r>
          <a:r>
            <a:rPr lang="en-US" b="1" dirty="0" err="1">
              <a:solidFill>
                <a:schemeClr val="tx2"/>
              </a:solidFill>
            </a:rPr>
            <a:t>statistik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sebagai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rujukannya</a:t>
          </a:r>
          <a:r>
            <a:rPr lang="en-US" b="1" dirty="0">
              <a:solidFill>
                <a:schemeClr val="tx2"/>
              </a:solidFill>
            </a:rPr>
            <a:t>.</a:t>
          </a:r>
          <a:endParaRPr lang="id-ID" b="1" dirty="0">
            <a:solidFill>
              <a:schemeClr val="tx2"/>
            </a:solidFill>
          </a:endParaRPr>
        </a:p>
      </dgm:t>
    </dgm:pt>
    <dgm:pt modelId="{9A3CAA81-AE57-48B3-A0AD-A351521AEA4F}" type="parTrans" cxnId="{C60C6C63-7CEF-4B23-A922-C3192BFD67DC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63106C2E-96B7-48DC-A0C2-40FE547D1827}" type="sibTrans" cxnId="{C60C6C63-7CEF-4B23-A922-C3192BFD67DC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4D7A611C-1E8B-4D3D-8CA2-4A5A2FF6E85B}">
      <dgm:prSet/>
      <dgm:spPr/>
      <dgm:t>
        <a:bodyPr/>
        <a:lstStyle/>
        <a:p>
          <a:r>
            <a:rPr lang="en-US" b="1" dirty="0" err="1">
              <a:solidFill>
                <a:schemeClr val="tx2"/>
              </a:solidFill>
            </a:rPr>
            <a:t>Mereka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mencoba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melihat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betapa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besar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penyimpangan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suatu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perilaku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dibandingkan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dengan</a:t>
          </a:r>
          <a:r>
            <a:rPr lang="en-US" b="1" dirty="0">
              <a:solidFill>
                <a:schemeClr val="tx2"/>
              </a:solidFill>
            </a:rPr>
            <a:t> rata-rata </a:t>
          </a:r>
          <a:r>
            <a:rPr lang="en-US" b="1" dirty="0" err="1">
              <a:solidFill>
                <a:schemeClr val="tx2"/>
              </a:solidFill>
            </a:rPr>
            <a:t>kelompoknya</a:t>
          </a:r>
          <a:r>
            <a:rPr lang="en-US" b="1" dirty="0">
              <a:solidFill>
                <a:schemeClr val="tx2"/>
              </a:solidFill>
            </a:rPr>
            <a:t>.</a:t>
          </a:r>
          <a:endParaRPr lang="id-ID" b="1" dirty="0">
            <a:solidFill>
              <a:schemeClr val="tx2"/>
            </a:solidFill>
          </a:endParaRPr>
        </a:p>
      </dgm:t>
    </dgm:pt>
    <dgm:pt modelId="{FD61DC82-3219-4BDC-BA60-F56BC0A0BDB4}" type="parTrans" cxnId="{A7B197AB-8EAE-4279-9282-AB35C73FCB84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2914A97C-018C-4B5D-8EFE-958A8C59D8B2}" type="sibTrans" cxnId="{A7B197AB-8EAE-4279-9282-AB35C73FCB84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6E1C86CD-AA30-46D3-AEE9-0A0C3D0484AE}" type="pres">
      <dgm:prSet presAssocID="{F086CACC-D3CE-48DF-8AE1-A96F8324F33E}" presName="Name0" presStyleCnt="0">
        <dgm:presLayoutVars>
          <dgm:dir/>
          <dgm:resizeHandles val="exact"/>
        </dgm:presLayoutVars>
      </dgm:prSet>
      <dgm:spPr/>
    </dgm:pt>
    <dgm:pt modelId="{FD0BC0A9-950A-4039-A723-A3F4FCDE5388}" type="pres">
      <dgm:prSet presAssocID="{FFF68C1F-7E14-4620-ADC8-28BBA3BA6CE3}" presName="composite" presStyleCnt="0"/>
      <dgm:spPr/>
    </dgm:pt>
    <dgm:pt modelId="{DB20D0F2-F807-4098-80F7-815666FA458E}" type="pres">
      <dgm:prSet presAssocID="{FFF68C1F-7E14-4620-ADC8-28BBA3BA6CE3}" presName="rect1" presStyleLbl="trAlignAcc1" presStyleIdx="0" presStyleCnt="4">
        <dgm:presLayoutVars>
          <dgm:bulletEnabled val="1"/>
        </dgm:presLayoutVars>
      </dgm:prSet>
      <dgm:spPr/>
    </dgm:pt>
    <dgm:pt modelId="{89A56B8C-FA8A-4DBE-B3D4-D33D965BC0C2}" type="pres">
      <dgm:prSet presAssocID="{FFF68C1F-7E14-4620-ADC8-28BBA3BA6CE3}" presName="rect2" presStyleLbl="fgImgPlace1" presStyleIdx="0" presStyleCnt="4"/>
      <dgm:spPr/>
    </dgm:pt>
    <dgm:pt modelId="{F7A1A9F4-9D49-47A3-886F-8C9643CCB685}" type="pres">
      <dgm:prSet presAssocID="{A7C15FFF-FEAB-41EC-8D6B-09D7C9453CBB}" presName="sibTrans" presStyleCnt="0"/>
      <dgm:spPr/>
    </dgm:pt>
    <dgm:pt modelId="{F647C8AA-8FFE-4AA1-B57C-45A96F39E7CD}" type="pres">
      <dgm:prSet presAssocID="{508D937F-C09B-4112-89EA-E73760AD1220}" presName="composite" presStyleCnt="0"/>
      <dgm:spPr/>
    </dgm:pt>
    <dgm:pt modelId="{AD0C32E3-DCBA-45D8-9097-130596B961E3}" type="pres">
      <dgm:prSet presAssocID="{508D937F-C09B-4112-89EA-E73760AD1220}" presName="rect1" presStyleLbl="trAlignAcc1" presStyleIdx="1" presStyleCnt="4">
        <dgm:presLayoutVars>
          <dgm:bulletEnabled val="1"/>
        </dgm:presLayoutVars>
      </dgm:prSet>
      <dgm:spPr/>
    </dgm:pt>
    <dgm:pt modelId="{3C2B8301-75F7-4629-B2E3-AE601BF001A1}" type="pres">
      <dgm:prSet presAssocID="{508D937F-C09B-4112-89EA-E73760AD1220}" presName="rect2" presStyleLbl="fgImgPlace1" presStyleIdx="1" presStyleCnt="4"/>
      <dgm:spPr/>
    </dgm:pt>
    <dgm:pt modelId="{66AA2BDF-78F3-4EB7-94F9-DE529CCF4186}" type="pres">
      <dgm:prSet presAssocID="{E0564948-9E45-4FBC-89FA-E01046D84563}" presName="sibTrans" presStyleCnt="0"/>
      <dgm:spPr/>
    </dgm:pt>
    <dgm:pt modelId="{D7AFBDFC-5407-4FA5-8C92-E76C641523F5}" type="pres">
      <dgm:prSet presAssocID="{F75E4584-D3C3-4E79-9D6F-636185BD9735}" presName="composite" presStyleCnt="0"/>
      <dgm:spPr/>
    </dgm:pt>
    <dgm:pt modelId="{E47A2CD4-3156-4530-A5DB-042527581938}" type="pres">
      <dgm:prSet presAssocID="{F75E4584-D3C3-4E79-9D6F-636185BD9735}" presName="rect1" presStyleLbl="trAlignAcc1" presStyleIdx="2" presStyleCnt="4">
        <dgm:presLayoutVars>
          <dgm:bulletEnabled val="1"/>
        </dgm:presLayoutVars>
      </dgm:prSet>
      <dgm:spPr/>
    </dgm:pt>
    <dgm:pt modelId="{205C373F-D8F0-4B87-854A-BDD375265887}" type="pres">
      <dgm:prSet presAssocID="{F75E4584-D3C3-4E79-9D6F-636185BD9735}" presName="rect2" presStyleLbl="fgImgPlace1" presStyleIdx="2" presStyleCnt="4"/>
      <dgm:spPr/>
    </dgm:pt>
    <dgm:pt modelId="{4367E725-B337-4FD4-8F03-9629173E6CEA}" type="pres">
      <dgm:prSet presAssocID="{63106C2E-96B7-48DC-A0C2-40FE547D1827}" presName="sibTrans" presStyleCnt="0"/>
      <dgm:spPr/>
    </dgm:pt>
    <dgm:pt modelId="{D3F6FC7A-2E61-484C-B5EE-C04136903D9D}" type="pres">
      <dgm:prSet presAssocID="{4D7A611C-1E8B-4D3D-8CA2-4A5A2FF6E85B}" presName="composite" presStyleCnt="0"/>
      <dgm:spPr/>
    </dgm:pt>
    <dgm:pt modelId="{A973064E-CFFA-4D71-B24B-F7C099E0C227}" type="pres">
      <dgm:prSet presAssocID="{4D7A611C-1E8B-4D3D-8CA2-4A5A2FF6E85B}" presName="rect1" presStyleLbl="trAlignAcc1" presStyleIdx="3" presStyleCnt="4">
        <dgm:presLayoutVars>
          <dgm:bulletEnabled val="1"/>
        </dgm:presLayoutVars>
      </dgm:prSet>
      <dgm:spPr/>
    </dgm:pt>
    <dgm:pt modelId="{E45CE344-C38E-440C-9521-B7C1951479C5}" type="pres">
      <dgm:prSet presAssocID="{4D7A611C-1E8B-4D3D-8CA2-4A5A2FF6E85B}" presName="rect2" presStyleLbl="fgImgPlace1" presStyleIdx="3" presStyleCnt="4"/>
      <dgm:spPr/>
    </dgm:pt>
  </dgm:ptLst>
  <dgm:cxnLst>
    <dgm:cxn modelId="{96531F0F-5ED3-45A6-A1FF-069FE9A0DC37}" type="presOf" srcId="{F086CACC-D3CE-48DF-8AE1-A96F8324F33E}" destId="{6E1C86CD-AA30-46D3-AEE9-0A0C3D0484AE}" srcOrd="0" destOrd="0" presId="urn:microsoft.com/office/officeart/2008/layout/PictureStrips"/>
    <dgm:cxn modelId="{6BA1C620-6C6F-411F-B3CD-C44B7C2CAD44}" type="presOf" srcId="{FFF68C1F-7E14-4620-ADC8-28BBA3BA6CE3}" destId="{DB20D0F2-F807-4098-80F7-815666FA458E}" srcOrd="0" destOrd="0" presId="urn:microsoft.com/office/officeart/2008/layout/PictureStrips"/>
    <dgm:cxn modelId="{3FEFB528-72B7-4F61-B398-17B2FBECF658}" srcId="{F086CACC-D3CE-48DF-8AE1-A96F8324F33E}" destId="{508D937F-C09B-4112-89EA-E73760AD1220}" srcOrd="1" destOrd="0" parTransId="{B620496A-E2E2-4E22-AC73-3C9E4EE17F04}" sibTransId="{E0564948-9E45-4FBC-89FA-E01046D84563}"/>
    <dgm:cxn modelId="{C60C6C63-7CEF-4B23-A922-C3192BFD67DC}" srcId="{F086CACC-D3CE-48DF-8AE1-A96F8324F33E}" destId="{F75E4584-D3C3-4E79-9D6F-636185BD9735}" srcOrd="2" destOrd="0" parTransId="{9A3CAA81-AE57-48B3-A0AD-A351521AEA4F}" sibTransId="{63106C2E-96B7-48DC-A0C2-40FE547D1827}"/>
    <dgm:cxn modelId="{5084F352-D292-4BB4-ACFC-48BE5AF214C9}" srcId="{F086CACC-D3CE-48DF-8AE1-A96F8324F33E}" destId="{FFF68C1F-7E14-4620-ADC8-28BBA3BA6CE3}" srcOrd="0" destOrd="0" parTransId="{10756516-2CCA-482B-B7B6-C672C718DB2B}" sibTransId="{A7C15FFF-FEAB-41EC-8D6B-09D7C9453CBB}"/>
    <dgm:cxn modelId="{DB44527F-C792-49DE-B249-608D2E32AF06}" type="presOf" srcId="{508D937F-C09B-4112-89EA-E73760AD1220}" destId="{AD0C32E3-DCBA-45D8-9097-130596B961E3}" srcOrd="0" destOrd="0" presId="urn:microsoft.com/office/officeart/2008/layout/PictureStrips"/>
    <dgm:cxn modelId="{A267B99D-028F-416A-806A-4D85BE704473}" type="presOf" srcId="{4D7A611C-1E8B-4D3D-8CA2-4A5A2FF6E85B}" destId="{A973064E-CFFA-4D71-B24B-F7C099E0C227}" srcOrd="0" destOrd="0" presId="urn:microsoft.com/office/officeart/2008/layout/PictureStrips"/>
    <dgm:cxn modelId="{ACE35BA1-C062-4BEB-8BF5-CD1D63B72F14}" type="presOf" srcId="{F75E4584-D3C3-4E79-9D6F-636185BD9735}" destId="{E47A2CD4-3156-4530-A5DB-042527581938}" srcOrd="0" destOrd="0" presId="urn:microsoft.com/office/officeart/2008/layout/PictureStrips"/>
    <dgm:cxn modelId="{A7B197AB-8EAE-4279-9282-AB35C73FCB84}" srcId="{F086CACC-D3CE-48DF-8AE1-A96F8324F33E}" destId="{4D7A611C-1E8B-4D3D-8CA2-4A5A2FF6E85B}" srcOrd="3" destOrd="0" parTransId="{FD61DC82-3219-4BDC-BA60-F56BC0A0BDB4}" sibTransId="{2914A97C-018C-4B5D-8EFE-958A8C59D8B2}"/>
    <dgm:cxn modelId="{49A4D200-260C-456C-88D0-A40EA7EA6AA0}" type="presParOf" srcId="{6E1C86CD-AA30-46D3-AEE9-0A0C3D0484AE}" destId="{FD0BC0A9-950A-4039-A723-A3F4FCDE5388}" srcOrd="0" destOrd="0" presId="urn:microsoft.com/office/officeart/2008/layout/PictureStrips"/>
    <dgm:cxn modelId="{C810444B-D291-4520-83EF-EB4AC605D6BC}" type="presParOf" srcId="{FD0BC0A9-950A-4039-A723-A3F4FCDE5388}" destId="{DB20D0F2-F807-4098-80F7-815666FA458E}" srcOrd="0" destOrd="0" presId="urn:microsoft.com/office/officeart/2008/layout/PictureStrips"/>
    <dgm:cxn modelId="{7C42067B-71D9-48EC-A8CC-D7F387DC88DC}" type="presParOf" srcId="{FD0BC0A9-950A-4039-A723-A3F4FCDE5388}" destId="{89A56B8C-FA8A-4DBE-B3D4-D33D965BC0C2}" srcOrd="1" destOrd="0" presId="urn:microsoft.com/office/officeart/2008/layout/PictureStrips"/>
    <dgm:cxn modelId="{EF6AF444-26C5-4A9F-9CAF-3B34A67AE03A}" type="presParOf" srcId="{6E1C86CD-AA30-46D3-AEE9-0A0C3D0484AE}" destId="{F7A1A9F4-9D49-47A3-886F-8C9643CCB685}" srcOrd="1" destOrd="0" presId="urn:microsoft.com/office/officeart/2008/layout/PictureStrips"/>
    <dgm:cxn modelId="{52645A43-7321-4979-A791-7BC1C21CC71E}" type="presParOf" srcId="{6E1C86CD-AA30-46D3-AEE9-0A0C3D0484AE}" destId="{F647C8AA-8FFE-4AA1-B57C-45A96F39E7CD}" srcOrd="2" destOrd="0" presId="urn:microsoft.com/office/officeart/2008/layout/PictureStrips"/>
    <dgm:cxn modelId="{0A26BA4B-8EAF-4120-8C11-B80B12F82AE4}" type="presParOf" srcId="{F647C8AA-8FFE-4AA1-B57C-45A96F39E7CD}" destId="{AD0C32E3-DCBA-45D8-9097-130596B961E3}" srcOrd="0" destOrd="0" presId="urn:microsoft.com/office/officeart/2008/layout/PictureStrips"/>
    <dgm:cxn modelId="{1ACEA635-B8D7-4784-998F-77A17ADD6495}" type="presParOf" srcId="{F647C8AA-8FFE-4AA1-B57C-45A96F39E7CD}" destId="{3C2B8301-75F7-4629-B2E3-AE601BF001A1}" srcOrd="1" destOrd="0" presId="urn:microsoft.com/office/officeart/2008/layout/PictureStrips"/>
    <dgm:cxn modelId="{EAB8AE5F-F3F1-44A9-AB51-D279F45B7563}" type="presParOf" srcId="{6E1C86CD-AA30-46D3-AEE9-0A0C3D0484AE}" destId="{66AA2BDF-78F3-4EB7-94F9-DE529CCF4186}" srcOrd="3" destOrd="0" presId="urn:microsoft.com/office/officeart/2008/layout/PictureStrips"/>
    <dgm:cxn modelId="{578BE103-7B45-4EB9-9874-E6002B955642}" type="presParOf" srcId="{6E1C86CD-AA30-46D3-AEE9-0A0C3D0484AE}" destId="{D7AFBDFC-5407-4FA5-8C92-E76C641523F5}" srcOrd="4" destOrd="0" presId="urn:microsoft.com/office/officeart/2008/layout/PictureStrips"/>
    <dgm:cxn modelId="{5FE5AE77-49F1-47F4-9B48-4F4FDA8B4680}" type="presParOf" srcId="{D7AFBDFC-5407-4FA5-8C92-E76C641523F5}" destId="{E47A2CD4-3156-4530-A5DB-042527581938}" srcOrd="0" destOrd="0" presId="urn:microsoft.com/office/officeart/2008/layout/PictureStrips"/>
    <dgm:cxn modelId="{86C71FCB-149D-432F-8BE1-7359CC709013}" type="presParOf" srcId="{D7AFBDFC-5407-4FA5-8C92-E76C641523F5}" destId="{205C373F-D8F0-4B87-854A-BDD375265887}" srcOrd="1" destOrd="0" presId="urn:microsoft.com/office/officeart/2008/layout/PictureStrips"/>
    <dgm:cxn modelId="{D59E7262-4D6A-4827-B14E-0F6BFC886F28}" type="presParOf" srcId="{6E1C86CD-AA30-46D3-AEE9-0A0C3D0484AE}" destId="{4367E725-B337-4FD4-8F03-9629173E6CEA}" srcOrd="5" destOrd="0" presId="urn:microsoft.com/office/officeart/2008/layout/PictureStrips"/>
    <dgm:cxn modelId="{B948DE4B-77F1-4712-8D04-5B4F96CC2723}" type="presParOf" srcId="{6E1C86CD-AA30-46D3-AEE9-0A0C3D0484AE}" destId="{D3F6FC7A-2E61-484C-B5EE-C04136903D9D}" srcOrd="6" destOrd="0" presId="urn:microsoft.com/office/officeart/2008/layout/PictureStrips"/>
    <dgm:cxn modelId="{7C6ACE6D-368B-4A86-9978-2B2B249D3C68}" type="presParOf" srcId="{D3F6FC7A-2E61-484C-B5EE-C04136903D9D}" destId="{A973064E-CFFA-4D71-B24B-F7C099E0C227}" srcOrd="0" destOrd="0" presId="urn:microsoft.com/office/officeart/2008/layout/PictureStrips"/>
    <dgm:cxn modelId="{77A576D0-1611-42FE-BCFE-1F799AD5C9DD}" type="presParOf" srcId="{D3F6FC7A-2E61-484C-B5EE-C04136903D9D}" destId="{E45CE344-C38E-440C-9521-B7C1951479C5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F955A79-2DFE-4784-8844-094D75FA9D93}" type="doc">
      <dgm:prSet loTypeId="urn:microsoft.com/office/officeart/2008/layout/VerticalCurvedList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BDF1428-1C32-429D-8324-3501EAEF09B1}">
      <dgm:prSet phldrT="[Text]"/>
      <dgm:spPr/>
      <dgm:t>
        <a:bodyPr/>
        <a:lstStyle/>
        <a:p>
          <a:r>
            <a:rPr lang="en-US" dirty="0" err="1">
              <a:solidFill>
                <a:schemeClr val="tx2"/>
              </a:solidFill>
            </a:rPr>
            <a:t>Pendekatan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ini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tidak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melihat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abnormalitas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sebagai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seberapa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menyimpang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dari</a:t>
          </a:r>
          <a:r>
            <a:rPr lang="en-US" dirty="0">
              <a:solidFill>
                <a:schemeClr val="tx2"/>
              </a:solidFill>
            </a:rPr>
            <a:t> rata-rata </a:t>
          </a:r>
          <a:r>
            <a:rPr lang="en-US" dirty="0" err="1">
              <a:solidFill>
                <a:schemeClr val="tx2"/>
              </a:solidFill>
            </a:rPr>
            <a:t>atau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seberapa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sehat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seseorang</a:t>
          </a:r>
          <a:endParaRPr lang="en-US" dirty="0">
            <a:solidFill>
              <a:schemeClr val="tx2"/>
            </a:solidFill>
          </a:endParaRPr>
        </a:p>
      </dgm:t>
    </dgm:pt>
    <dgm:pt modelId="{E3523C70-7698-4F99-88A0-0EFEFE563FE3}" type="parTrans" cxnId="{DCF2800A-9D40-42DA-9389-17E57109E054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AFCC4D0F-33FC-4BEC-AE09-A62711CF9DE9}" type="sibTrans" cxnId="{DCF2800A-9D40-42DA-9389-17E57109E054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F05D491D-14BC-403F-B439-D79D22A4C461}">
      <dgm:prSet phldrT="[Text]"/>
      <dgm:spPr/>
      <dgm:t>
        <a:bodyPr/>
        <a:lstStyle/>
        <a:p>
          <a:r>
            <a:rPr lang="en-US" dirty="0" err="1">
              <a:solidFill>
                <a:schemeClr val="tx2"/>
              </a:solidFill>
            </a:rPr>
            <a:t>Namun</a:t>
          </a:r>
          <a:r>
            <a:rPr lang="en-US" dirty="0">
              <a:solidFill>
                <a:schemeClr val="tx2"/>
              </a:solidFill>
            </a:rPr>
            <a:t>, </a:t>
          </a:r>
          <a:r>
            <a:rPr lang="en-US" dirty="0" err="1">
              <a:solidFill>
                <a:schemeClr val="tx2"/>
              </a:solidFill>
            </a:rPr>
            <a:t>mencoba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menentukan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kepribadian</a:t>
          </a:r>
          <a:r>
            <a:rPr lang="en-US" dirty="0">
              <a:solidFill>
                <a:schemeClr val="tx2"/>
              </a:solidFill>
            </a:rPr>
            <a:t> ideal yang </a:t>
          </a:r>
          <a:r>
            <a:rPr lang="en-US" dirty="0" err="1">
              <a:solidFill>
                <a:schemeClr val="tx2"/>
              </a:solidFill>
            </a:rPr>
            <a:t>sehat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dan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menentukan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bahwa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penyimpangan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dari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hal-hal</a:t>
          </a:r>
          <a:r>
            <a:rPr lang="en-US" dirty="0">
              <a:solidFill>
                <a:schemeClr val="tx2"/>
              </a:solidFill>
            </a:rPr>
            <a:t> ideal yang </a:t>
          </a:r>
          <a:r>
            <a:rPr lang="en-US" dirty="0" err="1">
              <a:solidFill>
                <a:schemeClr val="tx2"/>
              </a:solidFill>
            </a:rPr>
            <a:t>telah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ditentukan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inilah</a:t>
          </a:r>
          <a:r>
            <a:rPr lang="en-US" dirty="0">
              <a:solidFill>
                <a:schemeClr val="tx2"/>
              </a:solidFill>
            </a:rPr>
            <a:t> yang </a:t>
          </a:r>
          <a:r>
            <a:rPr lang="en-US" dirty="0" err="1">
              <a:solidFill>
                <a:schemeClr val="tx2"/>
              </a:solidFill>
            </a:rPr>
            <a:t>disebut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sebagai</a:t>
          </a:r>
          <a:r>
            <a:rPr lang="en-US" dirty="0">
              <a:solidFill>
                <a:schemeClr val="tx2"/>
              </a:solidFill>
            </a:rPr>
            <a:t> abnormal.</a:t>
          </a:r>
        </a:p>
      </dgm:t>
    </dgm:pt>
    <dgm:pt modelId="{BC1CD255-B610-4E0D-9173-81279285420B}" type="parTrans" cxnId="{649CF3A1-8A47-4EA8-93DE-517F77F1D96A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994298A6-FC6B-4529-A2AA-FC609584FF07}" type="sibTrans" cxnId="{649CF3A1-8A47-4EA8-93DE-517F77F1D96A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B541500E-F864-45E1-95DC-0F6D5B3071FA}">
      <dgm:prSet phldrT="[Text]"/>
      <dgm:spPr/>
      <dgm:t>
        <a:bodyPr/>
        <a:lstStyle/>
        <a:p>
          <a:r>
            <a:rPr lang="en-US" dirty="0" err="1">
              <a:solidFill>
                <a:schemeClr val="tx2"/>
              </a:solidFill>
            </a:rPr>
            <a:t>Masalah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utama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dari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konsep</a:t>
          </a:r>
          <a:r>
            <a:rPr lang="en-US" dirty="0">
              <a:solidFill>
                <a:schemeClr val="tx2"/>
              </a:solidFill>
            </a:rPr>
            <a:t> alternative </a:t>
          </a:r>
          <a:r>
            <a:rPr lang="en-US" dirty="0" err="1">
              <a:solidFill>
                <a:schemeClr val="tx2"/>
              </a:solidFill>
            </a:rPr>
            <a:t>ini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adalah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bagaimana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merumuskan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kepribadian</a:t>
          </a:r>
          <a:r>
            <a:rPr lang="en-US" dirty="0">
              <a:solidFill>
                <a:schemeClr val="tx2"/>
              </a:solidFill>
            </a:rPr>
            <a:t> ideal yang </a:t>
          </a:r>
          <a:r>
            <a:rPr lang="en-US" dirty="0" err="1">
              <a:solidFill>
                <a:schemeClr val="tx2"/>
              </a:solidFill>
            </a:rPr>
            <a:t>sehat</a:t>
          </a:r>
          <a:endParaRPr lang="en-US" dirty="0">
            <a:solidFill>
              <a:schemeClr val="tx2"/>
            </a:solidFill>
          </a:endParaRPr>
        </a:p>
      </dgm:t>
    </dgm:pt>
    <dgm:pt modelId="{762FD84C-9AB8-4B55-A31B-35B755330E65}" type="parTrans" cxnId="{8544F8E8-E211-49CA-82E8-653C5262B17D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D10D7477-5796-4AD4-A42F-03054874EE8E}" type="sibTrans" cxnId="{8544F8E8-E211-49CA-82E8-653C5262B17D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86DAF592-DEE1-4251-9338-3607B1491284}" type="pres">
      <dgm:prSet presAssocID="{BF955A79-2DFE-4784-8844-094D75FA9D93}" presName="Name0" presStyleCnt="0">
        <dgm:presLayoutVars>
          <dgm:chMax val="7"/>
          <dgm:chPref val="7"/>
          <dgm:dir/>
        </dgm:presLayoutVars>
      </dgm:prSet>
      <dgm:spPr/>
    </dgm:pt>
    <dgm:pt modelId="{3DC27B98-6E1B-4D17-B25D-968889676DEB}" type="pres">
      <dgm:prSet presAssocID="{BF955A79-2DFE-4784-8844-094D75FA9D93}" presName="Name1" presStyleCnt="0"/>
      <dgm:spPr/>
    </dgm:pt>
    <dgm:pt modelId="{06B48182-E62C-4DFD-8F00-DD0FD8D4118C}" type="pres">
      <dgm:prSet presAssocID="{BF955A79-2DFE-4784-8844-094D75FA9D93}" presName="cycle" presStyleCnt="0"/>
      <dgm:spPr/>
    </dgm:pt>
    <dgm:pt modelId="{C3267D8A-5AFB-4664-8987-0D938E77ECAC}" type="pres">
      <dgm:prSet presAssocID="{BF955A79-2DFE-4784-8844-094D75FA9D93}" presName="srcNode" presStyleLbl="node1" presStyleIdx="0" presStyleCnt="3"/>
      <dgm:spPr/>
    </dgm:pt>
    <dgm:pt modelId="{EF7F2A3E-03DB-4672-95BE-0B31AE74F6ED}" type="pres">
      <dgm:prSet presAssocID="{BF955A79-2DFE-4784-8844-094D75FA9D93}" presName="conn" presStyleLbl="parChTrans1D2" presStyleIdx="0" presStyleCnt="1"/>
      <dgm:spPr/>
    </dgm:pt>
    <dgm:pt modelId="{0F78C6E4-F9C0-4C5D-BE43-59A64F39E4DD}" type="pres">
      <dgm:prSet presAssocID="{BF955A79-2DFE-4784-8844-094D75FA9D93}" presName="extraNode" presStyleLbl="node1" presStyleIdx="0" presStyleCnt="3"/>
      <dgm:spPr/>
    </dgm:pt>
    <dgm:pt modelId="{28D14739-6CB5-40EF-8393-05B4F8BE62CA}" type="pres">
      <dgm:prSet presAssocID="{BF955A79-2DFE-4784-8844-094D75FA9D93}" presName="dstNode" presStyleLbl="node1" presStyleIdx="0" presStyleCnt="3"/>
      <dgm:spPr/>
    </dgm:pt>
    <dgm:pt modelId="{61580474-BCB9-4BD0-BF33-D3984FA1E39E}" type="pres">
      <dgm:prSet presAssocID="{3BDF1428-1C32-429D-8324-3501EAEF09B1}" presName="text_1" presStyleLbl="node1" presStyleIdx="0" presStyleCnt="3">
        <dgm:presLayoutVars>
          <dgm:bulletEnabled val="1"/>
        </dgm:presLayoutVars>
      </dgm:prSet>
      <dgm:spPr/>
    </dgm:pt>
    <dgm:pt modelId="{48BB0DB7-486A-4A80-8A77-856CC9D1041C}" type="pres">
      <dgm:prSet presAssocID="{3BDF1428-1C32-429D-8324-3501EAEF09B1}" presName="accent_1" presStyleCnt="0"/>
      <dgm:spPr/>
    </dgm:pt>
    <dgm:pt modelId="{771B8564-42EF-4416-A29B-38084497C581}" type="pres">
      <dgm:prSet presAssocID="{3BDF1428-1C32-429D-8324-3501EAEF09B1}" presName="accentRepeatNode" presStyleLbl="solidFgAcc1" presStyleIdx="0" presStyleCnt="3"/>
      <dgm:spPr/>
    </dgm:pt>
    <dgm:pt modelId="{D49999E2-3869-4B73-A166-9ADBCDCF8BC8}" type="pres">
      <dgm:prSet presAssocID="{F05D491D-14BC-403F-B439-D79D22A4C461}" presName="text_2" presStyleLbl="node1" presStyleIdx="1" presStyleCnt="3">
        <dgm:presLayoutVars>
          <dgm:bulletEnabled val="1"/>
        </dgm:presLayoutVars>
      </dgm:prSet>
      <dgm:spPr/>
    </dgm:pt>
    <dgm:pt modelId="{562C4480-CFAC-4BA7-A8F5-B5BCDED05ED1}" type="pres">
      <dgm:prSet presAssocID="{F05D491D-14BC-403F-B439-D79D22A4C461}" presName="accent_2" presStyleCnt="0"/>
      <dgm:spPr/>
    </dgm:pt>
    <dgm:pt modelId="{A1F5FB1E-BB09-42B7-A761-9F67B4C79AE2}" type="pres">
      <dgm:prSet presAssocID="{F05D491D-14BC-403F-B439-D79D22A4C461}" presName="accentRepeatNode" presStyleLbl="solidFgAcc1" presStyleIdx="1" presStyleCnt="3"/>
      <dgm:spPr/>
    </dgm:pt>
    <dgm:pt modelId="{83E23260-7222-4488-A62D-B30CAC684F9F}" type="pres">
      <dgm:prSet presAssocID="{B541500E-F864-45E1-95DC-0F6D5B3071FA}" presName="text_3" presStyleLbl="node1" presStyleIdx="2" presStyleCnt="3">
        <dgm:presLayoutVars>
          <dgm:bulletEnabled val="1"/>
        </dgm:presLayoutVars>
      </dgm:prSet>
      <dgm:spPr/>
    </dgm:pt>
    <dgm:pt modelId="{5E5202B4-2F1D-4EE1-A462-62C31643FECE}" type="pres">
      <dgm:prSet presAssocID="{B541500E-F864-45E1-95DC-0F6D5B3071FA}" presName="accent_3" presStyleCnt="0"/>
      <dgm:spPr/>
    </dgm:pt>
    <dgm:pt modelId="{84D1BC4A-3D67-40D0-9763-2BA4D3B6056A}" type="pres">
      <dgm:prSet presAssocID="{B541500E-F864-45E1-95DC-0F6D5B3071FA}" presName="accentRepeatNode" presStyleLbl="solidFgAcc1" presStyleIdx="2" presStyleCnt="3"/>
      <dgm:spPr/>
    </dgm:pt>
  </dgm:ptLst>
  <dgm:cxnLst>
    <dgm:cxn modelId="{DCF2800A-9D40-42DA-9389-17E57109E054}" srcId="{BF955A79-2DFE-4784-8844-094D75FA9D93}" destId="{3BDF1428-1C32-429D-8324-3501EAEF09B1}" srcOrd="0" destOrd="0" parTransId="{E3523C70-7698-4F99-88A0-0EFEFE563FE3}" sibTransId="{AFCC4D0F-33FC-4BEC-AE09-A62711CF9DE9}"/>
    <dgm:cxn modelId="{649CF3A1-8A47-4EA8-93DE-517F77F1D96A}" srcId="{BF955A79-2DFE-4784-8844-094D75FA9D93}" destId="{F05D491D-14BC-403F-B439-D79D22A4C461}" srcOrd="1" destOrd="0" parTransId="{BC1CD255-B610-4E0D-9173-81279285420B}" sibTransId="{994298A6-FC6B-4529-A2AA-FC609584FF07}"/>
    <dgm:cxn modelId="{E9CC58BF-6935-4C82-A9D7-E490A112FE94}" type="presOf" srcId="{3BDF1428-1C32-429D-8324-3501EAEF09B1}" destId="{61580474-BCB9-4BD0-BF33-D3984FA1E39E}" srcOrd="0" destOrd="0" presId="urn:microsoft.com/office/officeart/2008/layout/VerticalCurvedList"/>
    <dgm:cxn modelId="{192942DA-298A-4FAC-82FE-C556FFB2D0FA}" type="presOf" srcId="{BF955A79-2DFE-4784-8844-094D75FA9D93}" destId="{86DAF592-DEE1-4251-9338-3607B1491284}" srcOrd="0" destOrd="0" presId="urn:microsoft.com/office/officeart/2008/layout/VerticalCurvedList"/>
    <dgm:cxn modelId="{E1CD09DB-DE1F-4C52-8149-E80D50228701}" type="presOf" srcId="{AFCC4D0F-33FC-4BEC-AE09-A62711CF9DE9}" destId="{EF7F2A3E-03DB-4672-95BE-0B31AE74F6ED}" srcOrd="0" destOrd="0" presId="urn:microsoft.com/office/officeart/2008/layout/VerticalCurvedList"/>
    <dgm:cxn modelId="{8544F8E8-E211-49CA-82E8-653C5262B17D}" srcId="{BF955A79-2DFE-4784-8844-094D75FA9D93}" destId="{B541500E-F864-45E1-95DC-0F6D5B3071FA}" srcOrd="2" destOrd="0" parTransId="{762FD84C-9AB8-4B55-A31B-35B755330E65}" sibTransId="{D10D7477-5796-4AD4-A42F-03054874EE8E}"/>
    <dgm:cxn modelId="{31B677F6-75A0-4AF0-B94E-B4DBF954CE64}" type="presOf" srcId="{B541500E-F864-45E1-95DC-0F6D5B3071FA}" destId="{83E23260-7222-4488-A62D-B30CAC684F9F}" srcOrd="0" destOrd="0" presId="urn:microsoft.com/office/officeart/2008/layout/VerticalCurvedList"/>
    <dgm:cxn modelId="{8FF3B6FA-DF0B-43C3-ADAD-18CB74AA97D0}" type="presOf" srcId="{F05D491D-14BC-403F-B439-D79D22A4C461}" destId="{D49999E2-3869-4B73-A166-9ADBCDCF8BC8}" srcOrd="0" destOrd="0" presId="urn:microsoft.com/office/officeart/2008/layout/VerticalCurvedList"/>
    <dgm:cxn modelId="{0A96F3AF-F008-4FAC-81C8-7912E9FF6B69}" type="presParOf" srcId="{86DAF592-DEE1-4251-9338-3607B1491284}" destId="{3DC27B98-6E1B-4D17-B25D-968889676DEB}" srcOrd="0" destOrd="0" presId="urn:microsoft.com/office/officeart/2008/layout/VerticalCurvedList"/>
    <dgm:cxn modelId="{F6143D4F-7325-47B2-96B3-C054C5979834}" type="presParOf" srcId="{3DC27B98-6E1B-4D17-B25D-968889676DEB}" destId="{06B48182-E62C-4DFD-8F00-DD0FD8D4118C}" srcOrd="0" destOrd="0" presId="urn:microsoft.com/office/officeart/2008/layout/VerticalCurvedList"/>
    <dgm:cxn modelId="{DDD45A0D-4227-42DA-AC9D-96884712DFD5}" type="presParOf" srcId="{06B48182-E62C-4DFD-8F00-DD0FD8D4118C}" destId="{C3267D8A-5AFB-4664-8987-0D938E77ECAC}" srcOrd="0" destOrd="0" presId="urn:microsoft.com/office/officeart/2008/layout/VerticalCurvedList"/>
    <dgm:cxn modelId="{B3057D35-2CDE-471E-8E90-F0A49B722F9C}" type="presParOf" srcId="{06B48182-E62C-4DFD-8F00-DD0FD8D4118C}" destId="{EF7F2A3E-03DB-4672-95BE-0B31AE74F6ED}" srcOrd="1" destOrd="0" presId="urn:microsoft.com/office/officeart/2008/layout/VerticalCurvedList"/>
    <dgm:cxn modelId="{157AE449-AD03-45C8-AAA1-4478374471FF}" type="presParOf" srcId="{06B48182-E62C-4DFD-8F00-DD0FD8D4118C}" destId="{0F78C6E4-F9C0-4C5D-BE43-59A64F39E4DD}" srcOrd="2" destOrd="0" presId="urn:microsoft.com/office/officeart/2008/layout/VerticalCurvedList"/>
    <dgm:cxn modelId="{84DC0C10-9B20-430C-8D60-06BEA2132D2C}" type="presParOf" srcId="{06B48182-E62C-4DFD-8F00-DD0FD8D4118C}" destId="{28D14739-6CB5-40EF-8393-05B4F8BE62CA}" srcOrd="3" destOrd="0" presId="urn:microsoft.com/office/officeart/2008/layout/VerticalCurvedList"/>
    <dgm:cxn modelId="{04E837AC-C047-4C84-BEA3-C19E60A30EDE}" type="presParOf" srcId="{3DC27B98-6E1B-4D17-B25D-968889676DEB}" destId="{61580474-BCB9-4BD0-BF33-D3984FA1E39E}" srcOrd="1" destOrd="0" presId="urn:microsoft.com/office/officeart/2008/layout/VerticalCurvedList"/>
    <dgm:cxn modelId="{E4905BF0-693C-49DA-8230-171129B568D3}" type="presParOf" srcId="{3DC27B98-6E1B-4D17-B25D-968889676DEB}" destId="{48BB0DB7-486A-4A80-8A77-856CC9D1041C}" srcOrd="2" destOrd="0" presId="urn:microsoft.com/office/officeart/2008/layout/VerticalCurvedList"/>
    <dgm:cxn modelId="{5AE730E8-913A-46DE-84F1-7F7D67547F03}" type="presParOf" srcId="{48BB0DB7-486A-4A80-8A77-856CC9D1041C}" destId="{771B8564-42EF-4416-A29B-38084497C581}" srcOrd="0" destOrd="0" presId="urn:microsoft.com/office/officeart/2008/layout/VerticalCurvedList"/>
    <dgm:cxn modelId="{0BC5A9D8-7CD2-4426-BF6E-B3BB4BC782BD}" type="presParOf" srcId="{3DC27B98-6E1B-4D17-B25D-968889676DEB}" destId="{D49999E2-3869-4B73-A166-9ADBCDCF8BC8}" srcOrd="3" destOrd="0" presId="urn:microsoft.com/office/officeart/2008/layout/VerticalCurvedList"/>
    <dgm:cxn modelId="{710C5DC2-221F-43E6-9898-2BBA4D74F68A}" type="presParOf" srcId="{3DC27B98-6E1B-4D17-B25D-968889676DEB}" destId="{562C4480-CFAC-4BA7-A8F5-B5BCDED05ED1}" srcOrd="4" destOrd="0" presId="urn:microsoft.com/office/officeart/2008/layout/VerticalCurvedList"/>
    <dgm:cxn modelId="{0800AE22-1388-4E47-A20C-8744AC6AD352}" type="presParOf" srcId="{562C4480-CFAC-4BA7-A8F5-B5BCDED05ED1}" destId="{A1F5FB1E-BB09-42B7-A761-9F67B4C79AE2}" srcOrd="0" destOrd="0" presId="urn:microsoft.com/office/officeart/2008/layout/VerticalCurvedList"/>
    <dgm:cxn modelId="{EA738BB6-E8B4-455A-9890-2FC4BA55153D}" type="presParOf" srcId="{3DC27B98-6E1B-4D17-B25D-968889676DEB}" destId="{83E23260-7222-4488-A62D-B30CAC684F9F}" srcOrd="5" destOrd="0" presId="urn:microsoft.com/office/officeart/2008/layout/VerticalCurvedList"/>
    <dgm:cxn modelId="{59438185-1588-4B24-A90A-EEEE4E129DA8}" type="presParOf" srcId="{3DC27B98-6E1B-4D17-B25D-968889676DEB}" destId="{5E5202B4-2F1D-4EE1-A462-62C31643FECE}" srcOrd="6" destOrd="0" presId="urn:microsoft.com/office/officeart/2008/layout/VerticalCurvedList"/>
    <dgm:cxn modelId="{E4CB5A46-A2D9-4D2B-A461-6EDB985C7529}" type="presParOf" srcId="{5E5202B4-2F1D-4EE1-A462-62C31643FECE}" destId="{84D1BC4A-3D67-40D0-9763-2BA4D3B6056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CBDFDFA-69A3-44F0-ADC2-7860BD0357C0}" type="doc">
      <dgm:prSet loTypeId="urn:microsoft.com/office/officeart/2005/8/layout/hierarchy3" loCatId="relationship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6817EBB-2DAB-4E66-AD9B-0FB12AC6D01D}">
      <dgm:prSet phldrT="[Text]" custT="1"/>
      <dgm:spPr/>
      <dgm:t>
        <a:bodyPr/>
        <a:lstStyle/>
        <a:p>
          <a:r>
            <a:rPr lang="en-US" sz="1400" dirty="0" err="1">
              <a:solidFill>
                <a:schemeClr val="tx2"/>
              </a:solidFill>
            </a:rPr>
            <a:t>Secara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garis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besar</a:t>
          </a:r>
          <a:r>
            <a:rPr lang="en-US" sz="1400" dirty="0">
              <a:solidFill>
                <a:schemeClr val="tx2"/>
              </a:solidFill>
            </a:rPr>
            <a:t>, </a:t>
          </a:r>
          <a:r>
            <a:rPr lang="en-US" sz="1400" dirty="0" err="1">
              <a:solidFill>
                <a:schemeClr val="tx2"/>
              </a:solidFill>
            </a:rPr>
            <a:t>kejadian</a:t>
          </a:r>
          <a:r>
            <a:rPr lang="en-US" sz="1400" dirty="0">
              <a:solidFill>
                <a:schemeClr val="tx2"/>
              </a:solidFill>
            </a:rPr>
            <a:t> yang </a:t>
          </a:r>
          <a:r>
            <a:rPr lang="en-US" sz="1400" dirty="0" err="1">
              <a:solidFill>
                <a:schemeClr val="tx2"/>
              </a:solidFill>
            </a:rPr>
            <a:t>menimpa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individu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atau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anak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dapat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berupa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kejadian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biasa</a:t>
          </a:r>
          <a:r>
            <a:rPr lang="en-US" sz="1400" dirty="0">
              <a:solidFill>
                <a:schemeClr val="tx2"/>
              </a:solidFill>
            </a:rPr>
            <a:t> (typical) yang </a:t>
          </a:r>
          <a:r>
            <a:rPr lang="en-US" sz="1400" dirty="0" err="1">
              <a:solidFill>
                <a:schemeClr val="tx2"/>
              </a:solidFill>
            </a:rPr>
            <a:t>muncul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pada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waktu</a:t>
          </a:r>
          <a:r>
            <a:rPr lang="en-US" sz="1400" dirty="0">
              <a:solidFill>
                <a:schemeClr val="tx2"/>
              </a:solidFill>
            </a:rPr>
            <a:t> yang </a:t>
          </a:r>
          <a:r>
            <a:rPr lang="en-US" sz="1400" dirty="0" err="1">
              <a:solidFill>
                <a:schemeClr val="tx2"/>
              </a:solidFill>
            </a:rPr>
            <a:t>tidak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biasa</a:t>
          </a:r>
          <a:r>
            <a:rPr lang="en-US" sz="1400" dirty="0">
              <a:solidFill>
                <a:schemeClr val="tx2"/>
              </a:solidFill>
            </a:rPr>
            <a:t> (atypical time) </a:t>
          </a:r>
          <a:r>
            <a:rPr lang="en-US" sz="1400" dirty="0" err="1">
              <a:solidFill>
                <a:schemeClr val="tx2"/>
              </a:solidFill>
            </a:rPr>
            <a:t>dalam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kehidupan</a:t>
          </a:r>
          <a:r>
            <a:rPr lang="en-US" sz="1400" dirty="0">
              <a:solidFill>
                <a:schemeClr val="tx2"/>
              </a:solidFill>
            </a:rPr>
            <a:t>, </a:t>
          </a:r>
          <a:r>
            <a:rPr lang="en-US" sz="1400" dirty="0" err="1">
              <a:solidFill>
                <a:schemeClr val="tx2"/>
              </a:solidFill>
            </a:rPr>
            <a:t>atau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dapat</a:t>
          </a:r>
          <a:r>
            <a:rPr lang="en-US" sz="1400" dirty="0">
              <a:solidFill>
                <a:schemeClr val="tx2"/>
              </a:solidFill>
            </a:rPr>
            <a:t> pula </a:t>
          </a:r>
          <a:r>
            <a:rPr lang="en-US" sz="1400" dirty="0" err="1">
              <a:solidFill>
                <a:schemeClr val="tx2"/>
              </a:solidFill>
            </a:rPr>
            <a:t>berupa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kejadian</a:t>
          </a:r>
          <a:r>
            <a:rPr lang="en-US" sz="1400" dirty="0">
              <a:solidFill>
                <a:schemeClr val="tx2"/>
              </a:solidFill>
            </a:rPr>
            <a:t> yang </a:t>
          </a:r>
          <a:r>
            <a:rPr lang="en-US" sz="1400" dirty="0" err="1">
              <a:solidFill>
                <a:schemeClr val="tx2"/>
              </a:solidFill>
            </a:rPr>
            <a:t>tidak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biasa</a:t>
          </a:r>
          <a:r>
            <a:rPr lang="en-US" sz="1400" dirty="0">
              <a:solidFill>
                <a:schemeClr val="tx2"/>
              </a:solidFill>
            </a:rPr>
            <a:t> (atypical events) </a:t>
          </a:r>
          <a:r>
            <a:rPr lang="en-US" sz="1400" dirty="0" err="1">
              <a:solidFill>
                <a:schemeClr val="tx2"/>
              </a:solidFill>
            </a:rPr>
            <a:t>misalnya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selamat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dalam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kecelakaan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pesawat</a:t>
          </a:r>
          <a:r>
            <a:rPr lang="en-US" sz="1400" dirty="0">
              <a:solidFill>
                <a:schemeClr val="tx2"/>
              </a:solidFill>
            </a:rPr>
            <a:t>.</a:t>
          </a:r>
        </a:p>
      </dgm:t>
    </dgm:pt>
    <dgm:pt modelId="{1E192B5A-844D-4F0D-B167-F3679B45041E}" type="parTrans" cxnId="{CE5F7BAF-D0F0-4587-9156-1DF38FC7AA2E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A347E381-955C-4CC6-9E68-7BCBDB6BE5B5}" type="sibTrans" cxnId="{CE5F7BAF-D0F0-4587-9156-1DF38FC7AA2E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D1F303CC-1C0B-4621-8D17-A6D3E159CEA5}">
      <dgm:prSet phldrT="[Text]" custT="1"/>
      <dgm:spPr/>
      <dgm:t>
        <a:bodyPr/>
        <a:lstStyle/>
        <a:p>
          <a:r>
            <a:rPr lang="en-US" sz="1600" dirty="0" err="1">
              <a:solidFill>
                <a:schemeClr val="tx2"/>
              </a:solidFill>
            </a:rPr>
            <a:t>Sementara</a:t>
          </a:r>
          <a:r>
            <a:rPr lang="en-US" sz="1600" dirty="0">
              <a:solidFill>
                <a:schemeClr val="tx2"/>
              </a:solidFill>
            </a:rPr>
            <a:t> di </a:t>
          </a:r>
          <a:r>
            <a:rPr lang="en-US" sz="1600" dirty="0" err="1">
              <a:solidFill>
                <a:schemeClr val="tx2"/>
              </a:solidFill>
            </a:rPr>
            <a:t>pihak</a:t>
          </a:r>
          <a:r>
            <a:rPr lang="en-US" sz="1600" dirty="0">
              <a:solidFill>
                <a:schemeClr val="tx2"/>
              </a:solidFill>
            </a:rPr>
            <a:t> lain, </a:t>
          </a:r>
          <a:r>
            <a:rPr lang="en-US" sz="1600" dirty="0" err="1">
              <a:solidFill>
                <a:schemeClr val="tx2"/>
              </a:solidFill>
            </a:rPr>
            <a:t>manusia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seringkali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menciptakan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kejadian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nonnormatif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mereka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sendiri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misalnya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memiliki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anak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pada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usia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paruh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baya</a:t>
          </a:r>
          <a:r>
            <a:rPr lang="en-US" sz="1600" dirty="0">
              <a:solidFill>
                <a:schemeClr val="tx2"/>
              </a:solidFill>
            </a:rPr>
            <a:t>, </a:t>
          </a:r>
          <a:r>
            <a:rPr lang="en-US" sz="1600" dirty="0" err="1">
              <a:solidFill>
                <a:schemeClr val="tx2"/>
              </a:solidFill>
            </a:rPr>
            <a:t>memiliki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hobi</a:t>
          </a:r>
          <a:r>
            <a:rPr lang="en-US" sz="1600" dirty="0">
              <a:solidFill>
                <a:schemeClr val="tx2"/>
              </a:solidFill>
            </a:rPr>
            <a:t> yang </a:t>
          </a:r>
          <a:r>
            <a:rPr lang="en-US" sz="1600" dirty="0" err="1">
              <a:solidFill>
                <a:schemeClr val="tx2"/>
              </a:solidFill>
            </a:rPr>
            <a:t>mengandung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resiko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tinggi</a:t>
          </a:r>
          <a:r>
            <a:rPr lang="en-US" sz="1600" dirty="0">
              <a:solidFill>
                <a:schemeClr val="tx2"/>
              </a:solidFill>
            </a:rPr>
            <a:t> (</a:t>
          </a:r>
          <a:r>
            <a:rPr lang="en-US" sz="1600" dirty="0" err="1">
              <a:solidFill>
                <a:schemeClr val="tx2"/>
              </a:solidFill>
            </a:rPr>
            <a:t>misalnya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terjun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payung</a:t>
          </a:r>
          <a:r>
            <a:rPr lang="en-US" sz="1600" dirty="0">
              <a:solidFill>
                <a:schemeClr val="tx2"/>
              </a:solidFill>
            </a:rPr>
            <a:t>).</a:t>
          </a:r>
        </a:p>
      </dgm:t>
    </dgm:pt>
    <dgm:pt modelId="{C6E28A62-B2DD-4131-9459-27C886B50C17}" type="parTrans" cxnId="{9C52954E-8465-484D-AADA-C5633E37F0A2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C07ED299-CF51-4FDE-BDA2-253F1A724B5D}" type="sibTrans" cxnId="{9C52954E-8465-484D-AADA-C5633E37F0A2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F58F858C-D2CB-4338-97AD-DF25A18B6E9F}" type="pres">
      <dgm:prSet presAssocID="{ECBDFDFA-69A3-44F0-ADC2-7860BD0357C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3EF824E-7F8A-485E-BF4F-E8E510A57778}" type="pres">
      <dgm:prSet presAssocID="{86817EBB-2DAB-4E66-AD9B-0FB12AC6D01D}" presName="root" presStyleCnt="0"/>
      <dgm:spPr/>
    </dgm:pt>
    <dgm:pt modelId="{2E1F268F-A220-45FC-AC18-BE211546C8D4}" type="pres">
      <dgm:prSet presAssocID="{86817EBB-2DAB-4E66-AD9B-0FB12AC6D01D}" presName="rootComposite" presStyleCnt="0"/>
      <dgm:spPr/>
    </dgm:pt>
    <dgm:pt modelId="{8136CB90-8249-42A5-914B-BF0F0FCFD86D}" type="pres">
      <dgm:prSet presAssocID="{86817EBB-2DAB-4E66-AD9B-0FB12AC6D01D}" presName="rootText" presStyleLbl="node1" presStyleIdx="0" presStyleCnt="2"/>
      <dgm:spPr/>
    </dgm:pt>
    <dgm:pt modelId="{4BC41920-B79A-4B5C-912A-4E82F6376ACA}" type="pres">
      <dgm:prSet presAssocID="{86817EBB-2DAB-4E66-AD9B-0FB12AC6D01D}" presName="rootConnector" presStyleLbl="node1" presStyleIdx="0" presStyleCnt="2"/>
      <dgm:spPr/>
    </dgm:pt>
    <dgm:pt modelId="{0C6C3CC9-08C8-4705-B773-86C8CB6D884B}" type="pres">
      <dgm:prSet presAssocID="{86817EBB-2DAB-4E66-AD9B-0FB12AC6D01D}" presName="childShape" presStyleCnt="0"/>
      <dgm:spPr/>
    </dgm:pt>
    <dgm:pt modelId="{F8713314-2D75-4DB9-A0A7-514352B50D04}" type="pres">
      <dgm:prSet presAssocID="{D1F303CC-1C0B-4621-8D17-A6D3E159CEA5}" presName="root" presStyleCnt="0"/>
      <dgm:spPr/>
    </dgm:pt>
    <dgm:pt modelId="{6F51B154-5E1E-43CC-8B8B-E56812FD9596}" type="pres">
      <dgm:prSet presAssocID="{D1F303CC-1C0B-4621-8D17-A6D3E159CEA5}" presName="rootComposite" presStyleCnt="0"/>
      <dgm:spPr/>
    </dgm:pt>
    <dgm:pt modelId="{CA8B3F10-4FAA-4900-B989-D734674A4A9F}" type="pres">
      <dgm:prSet presAssocID="{D1F303CC-1C0B-4621-8D17-A6D3E159CEA5}" presName="rootText" presStyleLbl="node1" presStyleIdx="1" presStyleCnt="2"/>
      <dgm:spPr/>
    </dgm:pt>
    <dgm:pt modelId="{ABEC30AD-0FFC-4E37-A3EC-275D59817BF8}" type="pres">
      <dgm:prSet presAssocID="{D1F303CC-1C0B-4621-8D17-A6D3E159CEA5}" presName="rootConnector" presStyleLbl="node1" presStyleIdx="1" presStyleCnt="2"/>
      <dgm:spPr/>
    </dgm:pt>
    <dgm:pt modelId="{58A02D1C-17C3-4408-BD9C-30B35B485728}" type="pres">
      <dgm:prSet presAssocID="{D1F303CC-1C0B-4621-8D17-A6D3E159CEA5}" presName="childShape" presStyleCnt="0"/>
      <dgm:spPr/>
    </dgm:pt>
  </dgm:ptLst>
  <dgm:cxnLst>
    <dgm:cxn modelId="{1D732A22-7539-403D-9EE2-C135CE19A9BF}" type="presOf" srcId="{86817EBB-2DAB-4E66-AD9B-0FB12AC6D01D}" destId="{8136CB90-8249-42A5-914B-BF0F0FCFD86D}" srcOrd="0" destOrd="0" presId="urn:microsoft.com/office/officeart/2005/8/layout/hierarchy3"/>
    <dgm:cxn modelId="{9C52954E-8465-484D-AADA-C5633E37F0A2}" srcId="{ECBDFDFA-69A3-44F0-ADC2-7860BD0357C0}" destId="{D1F303CC-1C0B-4621-8D17-A6D3E159CEA5}" srcOrd="1" destOrd="0" parTransId="{C6E28A62-B2DD-4131-9459-27C886B50C17}" sibTransId="{C07ED299-CF51-4FDE-BDA2-253F1A724B5D}"/>
    <dgm:cxn modelId="{4A2E097F-0E5F-41D6-876A-6FDE69A5D2A7}" type="presOf" srcId="{D1F303CC-1C0B-4621-8D17-A6D3E159CEA5}" destId="{ABEC30AD-0FFC-4E37-A3EC-275D59817BF8}" srcOrd="1" destOrd="0" presId="urn:microsoft.com/office/officeart/2005/8/layout/hierarchy3"/>
    <dgm:cxn modelId="{0C36AB8E-6ED9-4685-9902-BD51490B1F20}" type="presOf" srcId="{ECBDFDFA-69A3-44F0-ADC2-7860BD0357C0}" destId="{F58F858C-D2CB-4338-97AD-DF25A18B6E9F}" srcOrd="0" destOrd="0" presId="urn:microsoft.com/office/officeart/2005/8/layout/hierarchy3"/>
    <dgm:cxn modelId="{CE5F7BAF-D0F0-4587-9156-1DF38FC7AA2E}" srcId="{ECBDFDFA-69A3-44F0-ADC2-7860BD0357C0}" destId="{86817EBB-2DAB-4E66-AD9B-0FB12AC6D01D}" srcOrd="0" destOrd="0" parTransId="{1E192B5A-844D-4F0D-B167-F3679B45041E}" sibTransId="{A347E381-955C-4CC6-9E68-7BCBDB6BE5B5}"/>
    <dgm:cxn modelId="{AF19E0C0-82B1-4833-8B64-5812AF35B84C}" type="presOf" srcId="{86817EBB-2DAB-4E66-AD9B-0FB12AC6D01D}" destId="{4BC41920-B79A-4B5C-912A-4E82F6376ACA}" srcOrd="1" destOrd="0" presId="urn:microsoft.com/office/officeart/2005/8/layout/hierarchy3"/>
    <dgm:cxn modelId="{E0DC96EB-9B72-4E57-AE79-10F652CE23A7}" type="presOf" srcId="{D1F303CC-1C0B-4621-8D17-A6D3E159CEA5}" destId="{CA8B3F10-4FAA-4900-B989-D734674A4A9F}" srcOrd="0" destOrd="0" presId="urn:microsoft.com/office/officeart/2005/8/layout/hierarchy3"/>
    <dgm:cxn modelId="{10417BC9-08F3-4D93-81E2-84E129DBCBBD}" type="presParOf" srcId="{F58F858C-D2CB-4338-97AD-DF25A18B6E9F}" destId="{23EF824E-7F8A-485E-BF4F-E8E510A57778}" srcOrd="0" destOrd="0" presId="urn:microsoft.com/office/officeart/2005/8/layout/hierarchy3"/>
    <dgm:cxn modelId="{5F05AA78-5983-4787-B663-D0A24AC2BF3B}" type="presParOf" srcId="{23EF824E-7F8A-485E-BF4F-E8E510A57778}" destId="{2E1F268F-A220-45FC-AC18-BE211546C8D4}" srcOrd="0" destOrd="0" presId="urn:microsoft.com/office/officeart/2005/8/layout/hierarchy3"/>
    <dgm:cxn modelId="{8E6E7D2A-B75B-485F-AACB-D76B06E8BBD5}" type="presParOf" srcId="{2E1F268F-A220-45FC-AC18-BE211546C8D4}" destId="{8136CB90-8249-42A5-914B-BF0F0FCFD86D}" srcOrd="0" destOrd="0" presId="urn:microsoft.com/office/officeart/2005/8/layout/hierarchy3"/>
    <dgm:cxn modelId="{EE14AE5F-B9FD-4AD1-B31A-FD163BC7E303}" type="presParOf" srcId="{2E1F268F-A220-45FC-AC18-BE211546C8D4}" destId="{4BC41920-B79A-4B5C-912A-4E82F6376ACA}" srcOrd="1" destOrd="0" presId="urn:microsoft.com/office/officeart/2005/8/layout/hierarchy3"/>
    <dgm:cxn modelId="{245B2C53-9549-460A-8A76-2C868E8FB452}" type="presParOf" srcId="{23EF824E-7F8A-485E-BF4F-E8E510A57778}" destId="{0C6C3CC9-08C8-4705-B773-86C8CB6D884B}" srcOrd="1" destOrd="0" presId="urn:microsoft.com/office/officeart/2005/8/layout/hierarchy3"/>
    <dgm:cxn modelId="{B35A628A-4029-456F-9A09-62C7515BFF78}" type="presParOf" srcId="{F58F858C-D2CB-4338-97AD-DF25A18B6E9F}" destId="{F8713314-2D75-4DB9-A0A7-514352B50D04}" srcOrd="1" destOrd="0" presId="urn:microsoft.com/office/officeart/2005/8/layout/hierarchy3"/>
    <dgm:cxn modelId="{DFDA2A97-097C-4D4C-A923-0F8BD0F2E5A2}" type="presParOf" srcId="{F8713314-2D75-4DB9-A0A7-514352B50D04}" destId="{6F51B154-5E1E-43CC-8B8B-E56812FD9596}" srcOrd="0" destOrd="0" presId="urn:microsoft.com/office/officeart/2005/8/layout/hierarchy3"/>
    <dgm:cxn modelId="{89A5F1CE-E11F-4B8A-A641-8947FD07393F}" type="presParOf" srcId="{6F51B154-5E1E-43CC-8B8B-E56812FD9596}" destId="{CA8B3F10-4FAA-4900-B989-D734674A4A9F}" srcOrd="0" destOrd="0" presId="urn:microsoft.com/office/officeart/2005/8/layout/hierarchy3"/>
    <dgm:cxn modelId="{5AFC110F-AD7C-4EAC-B15C-A26205328E86}" type="presParOf" srcId="{6F51B154-5E1E-43CC-8B8B-E56812FD9596}" destId="{ABEC30AD-0FFC-4E37-A3EC-275D59817BF8}" srcOrd="1" destOrd="0" presId="urn:microsoft.com/office/officeart/2005/8/layout/hierarchy3"/>
    <dgm:cxn modelId="{FC549158-4B3F-42DF-9381-C0D0A481B889}" type="presParOf" srcId="{F8713314-2D75-4DB9-A0A7-514352B50D04}" destId="{58A02D1C-17C3-4408-BD9C-30B35B485728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878526D-87E4-4BAF-A70A-46C819B22EDF}" type="doc">
      <dgm:prSet loTypeId="urn:microsoft.com/office/officeart/2005/8/layout/hProcess9" loCatId="process" qsTypeId="urn:microsoft.com/office/officeart/2005/8/quickstyle/3d1" qsCatId="3D" csTypeId="urn:microsoft.com/office/officeart/2005/8/colors/colorful2" csCatId="colorful" phldr="1"/>
      <dgm:spPr/>
    </dgm:pt>
    <dgm:pt modelId="{2C239D3B-C67C-4039-BF2B-3ABD95059090}">
      <dgm:prSet phldrT="[Text]" custT="1"/>
      <dgm:spPr/>
      <dgm:t>
        <a:bodyPr/>
        <a:lstStyle/>
        <a:p>
          <a:r>
            <a:rPr lang="en-US" sz="1600" dirty="0">
              <a:solidFill>
                <a:schemeClr val="tx2"/>
              </a:solidFill>
            </a:rPr>
            <a:t>1. </a:t>
          </a:r>
          <a:r>
            <a:rPr lang="en-US" sz="1600" dirty="0" err="1">
              <a:solidFill>
                <a:schemeClr val="tx2"/>
              </a:solidFill>
            </a:rPr>
            <a:t>Anak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menunjukkan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adanya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gejala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kesedihan</a:t>
          </a:r>
          <a:r>
            <a:rPr lang="en-US" sz="1600" dirty="0">
              <a:solidFill>
                <a:schemeClr val="tx2"/>
              </a:solidFill>
            </a:rPr>
            <a:t> (distress), </a:t>
          </a:r>
          <a:r>
            <a:rPr lang="en-US" sz="1600" dirty="0" err="1">
              <a:solidFill>
                <a:schemeClr val="tx2"/>
              </a:solidFill>
            </a:rPr>
            <a:t>misalnya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ketakutan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dan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kesedihan</a:t>
          </a:r>
          <a:r>
            <a:rPr lang="en-US" sz="1600" dirty="0">
              <a:solidFill>
                <a:schemeClr val="tx2"/>
              </a:solidFill>
            </a:rPr>
            <a:t>.</a:t>
          </a:r>
        </a:p>
      </dgm:t>
    </dgm:pt>
    <dgm:pt modelId="{21217358-5B35-40C2-BA40-EB34A1F65D3C}" type="parTrans" cxnId="{EADB99A5-35EB-49AE-95FD-FA1DACEA21E0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6151033B-B749-49C0-ADA3-41AC9F134DE6}" type="sibTrans" cxnId="{EADB99A5-35EB-49AE-95FD-FA1DACEA21E0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8FF52F86-7D39-4C02-ABD3-85E3AAFDA5FE}">
      <dgm:prSet phldrT="[Text]" custT="1"/>
      <dgm:spPr/>
      <dgm:t>
        <a:bodyPr/>
        <a:lstStyle/>
        <a:p>
          <a:r>
            <a:rPr lang="en-US" sz="1400" dirty="0">
              <a:solidFill>
                <a:schemeClr val="tx2"/>
              </a:solidFill>
            </a:rPr>
            <a:t>2. </a:t>
          </a:r>
          <a:r>
            <a:rPr lang="en-US" sz="1400" dirty="0" err="1">
              <a:solidFill>
                <a:schemeClr val="tx2"/>
              </a:solidFill>
            </a:rPr>
            <a:t>Perilaku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anak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menunjukkan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adanya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tingkat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disabilitas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tertentu</a:t>
          </a:r>
          <a:r>
            <a:rPr lang="en-US" sz="1400" dirty="0">
              <a:solidFill>
                <a:schemeClr val="tx2"/>
              </a:solidFill>
            </a:rPr>
            <a:t>, </a:t>
          </a:r>
          <a:r>
            <a:rPr lang="en-US" sz="1400" dirty="0" err="1">
              <a:solidFill>
                <a:schemeClr val="tx2"/>
              </a:solidFill>
            </a:rPr>
            <a:t>misalnya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kerusakan</a:t>
          </a:r>
          <a:r>
            <a:rPr lang="en-US" sz="1400" dirty="0">
              <a:solidFill>
                <a:schemeClr val="tx2"/>
              </a:solidFill>
            </a:rPr>
            <a:t> yang </a:t>
          </a:r>
          <a:r>
            <a:rPr lang="en-US" sz="1400" dirty="0" err="1">
              <a:solidFill>
                <a:schemeClr val="tx2"/>
              </a:solidFill>
            </a:rPr>
            <a:t>mendasar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mengakibatkan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gangguan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atau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membatasi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aktifitas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dari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saru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atau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beberapa</a:t>
          </a:r>
          <a:r>
            <a:rPr lang="en-US" sz="1400" dirty="0">
              <a:solidFill>
                <a:schemeClr val="tx2"/>
              </a:solidFill>
            </a:rPr>
            <a:t> area </a:t>
          </a:r>
          <a:r>
            <a:rPr lang="en-US" sz="1400" dirty="0" err="1">
              <a:solidFill>
                <a:schemeClr val="tx2"/>
              </a:solidFill>
            </a:rPr>
            <a:t>fungsional</a:t>
          </a:r>
          <a:r>
            <a:rPr lang="en-US" sz="1400" dirty="0">
              <a:solidFill>
                <a:schemeClr val="tx2"/>
              </a:solidFill>
            </a:rPr>
            <a:t> </a:t>
          </a:r>
          <a:r>
            <a:rPr lang="en-US" sz="1400" dirty="0" err="1">
              <a:solidFill>
                <a:schemeClr val="tx2"/>
              </a:solidFill>
            </a:rPr>
            <a:t>penting</a:t>
          </a:r>
          <a:r>
            <a:rPr lang="en-US" sz="1400" dirty="0">
              <a:solidFill>
                <a:schemeClr val="tx2"/>
              </a:solidFill>
            </a:rPr>
            <a:t>. </a:t>
          </a:r>
        </a:p>
      </dgm:t>
    </dgm:pt>
    <dgm:pt modelId="{2DC28B7A-849B-49BE-A880-F72CE31E82A4}" type="parTrans" cxnId="{C5FB154A-C54E-4EED-BC17-26E67C8AAB37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03726409-9F1E-47E0-81D2-0AFE0E0FBBAF}" type="sibTrans" cxnId="{C5FB154A-C54E-4EED-BC17-26E67C8AAB37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249D5D11-AA63-4F8A-B206-5794D2DB0224}">
      <dgm:prSet phldrT="[Text]" custT="1"/>
      <dgm:spPr/>
      <dgm:t>
        <a:bodyPr/>
        <a:lstStyle/>
        <a:p>
          <a:r>
            <a:rPr lang="en-US" sz="1800" dirty="0">
              <a:solidFill>
                <a:schemeClr val="tx2"/>
              </a:solidFill>
            </a:rPr>
            <a:t>3. Tingkat distress </a:t>
          </a:r>
          <a:r>
            <a:rPr lang="en-US" sz="1800" dirty="0" err="1">
              <a:solidFill>
                <a:schemeClr val="tx2"/>
              </a:solidFill>
            </a:rPr>
            <a:t>atau</a:t>
          </a:r>
          <a:r>
            <a:rPr lang="en-US" sz="1800" dirty="0">
              <a:solidFill>
                <a:schemeClr val="tx2"/>
              </a:solidFill>
            </a:rPr>
            <a:t> </a:t>
          </a:r>
          <a:r>
            <a:rPr lang="en-US" sz="1800" dirty="0" err="1">
              <a:solidFill>
                <a:schemeClr val="tx2"/>
              </a:solidFill>
            </a:rPr>
            <a:t>disabilitas</a:t>
          </a:r>
          <a:r>
            <a:rPr lang="en-US" sz="1800" dirty="0">
              <a:solidFill>
                <a:schemeClr val="tx2"/>
              </a:solidFill>
            </a:rPr>
            <a:t> </a:t>
          </a:r>
          <a:r>
            <a:rPr lang="en-US" sz="1800" dirty="0" err="1">
              <a:solidFill>
                <a:schemeClr val="tx2"/>
              </a:solidFill>
            </a:rPr>
            <a:t>tersebut</a:t>
          </a:r>
          <a:r>
            <a:rPr lang="en-US" sz="1800" dirty="0">
              <a:solidFill>
                <a:schemeClr val="tx2"/>
              </a:solidFill>
            </a:rPr>
            <a:t> </a:t>
          </a:r>
          <a:r>
            <a:rPr lang="en-US" sz="1800" dirty="0" err="1">
              <a:solidFill>
                <a:schemeClr val="tx2"/>
              </a:solidFill>
            </a:rPr>
            <a:t>menimbulkan</a:t>
          </a:r>
          <a:r>
            <a:rPr lang="en-US" sz="1800" dirty="0">
              <a:solidFill>
                <a:schemeClr val="tx2"/>
              </a:solidFill>
            </a:rPr>
            <a:t> </a:t>
          </a:r>
          <a:r>
            <a:rPr lang="en-US" sz="1800" dirty="0" err="1">
              <a:solidFill>
                <a:schemeClr val="tx2"/>
              </a:solidFill>
            </a:rPr>
            <a:t>resiko</a:t>
          </a:r>
          <a:r>
            <a:rPr lang="en-US" sz="1800" dirty="0">
              <a:solidFill>
                <a:schemeClr val="tx2"/>
              </a:solidFill>
            </a:rPr>
            <a:t> </a:t>
          </a:r>
          <a:r>
            <a:rPr lang="en-US" sz="1800" dirty="0" err="1">
              <a:solidFill>
                <a:schemeClr val="tx2"/>
              </a:solidFill>
            </a:rPr>
            <a:t>penderitaan</a:t>
          </a:r>
          <a:r>
            <a:rPr lang="en-US" sz="1800" dirty="0">
              <a:solidFill>
                <a:schemeClr val="tx2"/>
              </a:solidFill>
            </a:rPr>
            <a:t> </a:t>
          </a:r>
          <a:r>
            <a:rPr lang="en-US" sz="1800" dirty="0" err="1">
              <a:solidFill>
                <a:schemeClr val="tx2"/>
              </a:solidFill>
            </a:rPr>
            <a:t>atau</a:t>
          </a:r>
          <a:r>
            <a:rPr lang="en-US" sz="1800" dirty="0">
              <a:solidFill>
                <a:schemeClr val="tx2"/>
              </a:solidFill>
            </a:rPr>
            <a:t> </a:t>
          </a:r>
          <a:r>
            <a:rPr lang="en-US" sz="1800" dirty="0" err="1">
              <a:solidFill>
                <a:schemeClr val="tx2"/>
              </a:solidFill>
            </a:rPr>
            <a:t>ancaman</a:t>
          </a:r>
          <a:r>
            <a:rPr lang="en-US" sz="1800" dirty="0">
              <a:solidFill>
                <a:schemeClr val="tx2"/>
              </a:solidFill>
            </a:rPr>
            <a:t> </a:t>
          </a:r>
          <a:r>
            <a:rPr lang="en-US" sz="1800" dirty="0" err="1">
              <a:solidFill>
                <a:schemeClr val="tx2"/>
              </a:solidFill>
            </a:rPr>
            <a:t>lebih</a:t>
          </a:r>
          <a:r>
            <a:rPr lang="en-US" sz="1800" dirty="0">
              <a:solidFill>
                <a:schemeClr val="tx2"/>
              </a:solidFill>
            </a:rPr>
            <a:t> </a:t>
          </a:r>
          <a:r>
            <a:rPr lang="en-US" sz="1800" dirty="0" err="1">
              <a:solidFill>
                <a:schemeClr val="tx2"/>
              </a:solidFill>
            </a:rPr>
            <a:t>jauh</a:t>
          </a:r>
          <a:r>
            <a:rPr lang="en-US" sz="1800" dirty="0">
              <a:solidFill>
                <a:schemeClr val="tx2"/>
              </a:solidFill>
            </a:rPr>
            <a:t> .</a:t>
          </a:r>
        </a:p>
      </dgm:t>
    </dgm:pt>
    <dgm:pt modelId="{C5EB5604-EE21-4EB7-A194-938E7BE878EE}" type="parTrans" cxnId="{FB926C55-50E9-4191-AEFC-26A9F706D4C7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A0C06120-E9C7-4826-9FDD-024B911B1A08}" type="sibTrans" cxnId="{FB926C55-50E9-4191-AEFC-26A9F706D4C7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487172EB-D401-4271-98F1-E40BD8B5DA50}" type="pres">
      <dgm:prSet presAssocID="{A878526D-87E4-4BAF-A70A-46C819B22EDF}" presName="CompostProcess" presStyleCnt="0">
        <dgm:presLayoutVars>
          <dgm:dir/>
          <dgm:resizeHandles val="exact"/>
        </dgm:presLayoutVars>
      </dgm:prSet>
      <dgm:spPr/>
    </dgm:pt>
    <dgm:pt modelId="{D2A4A61E-7631-4EA5-855F-E44426BAA7E3}" type="pres">
      <dgm:prSet presAssocID="{A878526D-87E4-4BAF-A70A-46C819B22EDF}" presName="arrow" presStyleLbl="bgShp" presStyleIdx="0" presStyleCnt="1"/>
      <dgm:spPr/>
    </dgm:pt>
    <dgm:pt modelId="{0B6A1801-D1BC-4D76-ABE4-315828175562}" type="pres">
      <dgm:prSet presAssocID="{A878526D-87E4-4BAF-A70A-46C819B22EDF}" presName="linearProcess" presStyleCnt="0"/>
      <dgm:spPr/>
    </dgm:pt>
    <dgm:pt modelId="{B17709CB-72AD-4C03-AE5B-96B982C36FA3}" type="pres">
      <dgm:prSet presAssocID="{2C239D3B-C67C-4039-BF2B-3ABD95059090}" presName="textNode" presStyleLbl="node1" presStyleIdx="0" presStyleCnt="3" custScaleX="104504" custScaleY="113836">
        <dgm:presLayoutVars>
          <dgm:bulletEnabled val="1"/>
        </dgm:presLayoutVars>
      </dgm:prSet>
      <dgm:spPr/>
    </dgm:pt>
    <dgm:pt modelId="{6EA0D0F9-4321-4284-95F7-27E622C2EC8C}" type="pres">
      <dgm:prSet presAssocID="{6151033B-B749-49C0-ADA3-41AC9F134DE6}" presName="sibTrans" presStyleCnt="0"/>
      <dgm:spPr/>
    </dgm:pt>
    <dgm:pt modelId="{9AA6813B-CA99-45BD-9FE4-BA20BCB22665}" type="pres">
      <dgm:prSet presAssocID="{8FF52F86-7D39-4C02-ABD3-85E3AAFDA5FE}" presName="textNode" presStyleLbl="node1" presStyleIdx="1" presStyleCnt="3" custScaleX="101232" custScaleY="117130">
        <dgm:presLayoutVars>
          <dgm:bulletEnabled val="1"/>
        </dgm:presLayoutVars>
      </dgm:prSet>
      <dgm:spPr/>
    </dgm:pt>
    <dgm:pt modelId="{D686259C-D63B-4499-BDCA-342A868C64FC}" type="pres">
      <dgm:prSet presAssocID="{03726409-9F1E-47E0-81D2-0AFE0E0FBBAF}" presName="sibTrans" presStyleCnt="0"/>
      <dgm:spPr/>
    </dgm:pt>
    <dgm:pt modelId="{DEB176BE-6BEC-4B50-88FA-DA18E8F82C08}" type="pres">
      <dgm:prSet presAssocID="{249D5D11-AA63-4F8A-B206-5794D2DB0224}" presName="textNode" presStyleLbl="node1" presStyleIdx="2" presStyleCnt="3" custScaleX="96700" custScaleY="118228">
        <dgm:presLayoutVars>
          <dgm:bulletEnabled val="1"/>
        </dgm:presLayoutVars>
      </dgm:prSet>
      <dgm:spPr/>
    </dgm:pt>
  </dgm:ptLst>
  <dgm:cxnLst>
    <dgm:cxn modelId="{66875019-0620-4D5C-A877-431B479D9F63}" type="presOf" srcId="{A878526D-87E4-4BAF-A70A-46C819B22EDF}" destId="{487172EB-D401-4271-98F1-E40BD8B5DA50}" srcOrd="0" destOrd="0" presId="urn:microsoft.com/office/officeart/2005/8/layout/hProcess9"/>
    <dgm:cxn modelId="{C5FB154A-C54E-4EED-BC17-26E67C8AAB37}" srcId="{A878526D-87E4-4BAF-A70A-46C819B22EDF}" destId="{8FF52F86-7D39-4C02-ABD3-85E3AAFDA5FE}" srcOrd="1" destOrd="0" parTransId="{2DC28B7A-849B-49BE-A880-F72CE31E82A4}" sibTransId="{03726409-9F1E-47E0-81D2-0AFE0E0FBBAF}"/>
    <dgm:cxn modelId="{FB926C55-50E9-4191-AEFC-26A9F706D4C7}" srcId="{A878526D-87E4-4BAF-A70A-46C819B22EDF}" destId="{249D5D11-AA63-4F8A-B206-5794D2DB0224}" srcOrd="2" destOrd="0" parTransId="{C5EB5604-EE21-4EB7-A194-938E7BE878EE}" sibTransId="{A0C06120-E9C7-4826-9FDD-024B911B1A08}"/>
    <dgm:cxn modelId="{EADB99A5-35EB-49AE-95FD-FA1DACEA21E0}" srcId="{A878526D-87E4-4BAF-A70A-46C819B22EDF}" destId="{2C239D3B-C67C-4039-BF2B-3ABD95059090}" srcOrd="0" destOrd="0" parTransId="{21217358-5B35-40C2-BA40-EB34A1F65D3C}" sibTransId="{6151033B-B749-49C0-ADA3-41AC9F134DE6}"/>
    <dgm:cxn modelId="{500CB6BD-F8D3-43E9-84E0-B5D77E488019}" type="presOf" srcId="{249D5D11-AA63-4F8A-B206-5794D2DB0224}" destId="{DEB176BE-6BEC-4B50-88FA-DA18E8F82C08}" srcOrd="0" destOrd="0" presId="urn:microsoft.com/office/officeart/2005/8/layout/hProcess9"/>
    <dgm:cxn modelId="{F1A4F2C6-7756-480A-81BB-CF67796CE4CB}" type="presOf" srcId="{8FF52F86-7D39-4C02-ABD3-85E3AAFDA5FE}" destId="{9AA6813B-CA99-45BD-9FE4-BA20BCB22665}" srcOrd="0" destOrd="0" presId="urn:microsoft.com/office/officeart/2005/8/layout/hProcess9"/>
    <dgm:cxn modelId="{9F3FE0E5-1E13-4477-9E63-67C1F80C852B}" type="presOf" srcId="{2C239D3B-C67C-4039-BF2B-3ABD95059090}" destId="{B17709CB-72AD-4C03-AE5B-96B982C36FA3}" srcOrd="0" destOrd="0" presId="urn:microsoft.com/office/officeart/2005/8/layout/hProcess9"/>
    <dgm:cxn modelId="{140C093A-04FA-41ED-AC09-AA64C85B1871}" type="presParOf" srcId="{487172EB-D401-4271-98F1-E40BD8B5DA50}" destId="{D2A4A61E-7631-4EA5-855F-E44426BAA7E3}" srcOrd="0" destOrd="0" presId="urn:microsoft.com/office/officeart/2005/8/layout/hProcess9"/>
    <dgm:cxn modelId="{1476FD04-89C7-4751-A4A6-1529101657D5}" type="presParOf" srcId="{487172EB-D401-4271-98F1-E40BD8B5DA50}" destId="{0B6A1801-D1BC-4D76-ABE4-315828175562}" srcOrd="1" destOrd="0" presId="urn:microsoft.com/office/officeart/2005/8/layout/hProcess9"/>
    <dgm:cxn modelId="{DFD22225-BEBE-4947-A392-01A8F9093FA7}" type="presParOf" srcId="{0B6A1801-D1BC-4D76-ABE4-315828175562}" destId="{B17709CB-72AD-4C03-AE5B-96B982C36FA3}" srcOrd="0" destOrd="0" presId="urn:microsoft.com/office/officeart/2005/8/layout/hProcess9"/>
    <dgm:cxn modelId="{E17AF5C3-E1B8-4E16-9AA6-EF2A4A0EEBB8}" type="presParOf" srcId="{0B6A1801-D1BC-4D76-ABE4-315828175562}" destId="{6EA0D0F9-4321-4284-95F7-27E622C2EC8C}" srcOrd="1" destOrd="0" presId="urn:microsoft.com/office/officeart/2005/8/layout/hProcess9"/>
    <dgm:cxn modelId="{03033173-7C6A-474C-A012-07D6A35BBF98}" type="presParOf" srcId="{0B6A1801-D1BC-4D76-ABE4-315828175562}" destId="{9AA6813B-CA99-45BD-9FE4-BA20BCB22665}" srcOrd="2" destOrd="0" presId="urn:microsoft.com/office/officeart/2005/8/layout/hProcess9"/>
    <dgm:cxn modelId="{4163F70C-B2AA-4B8B-BC8E-10C040944800}" type="presParOf" srcId="{0B6A1801-D1BC-4D76-ABE4-315828175562}" destId="{D686259C-D63B-4499-BDCA-342A868C64FC}" srcOrd="3" destOrd="0" presId="urn:microsoft.com/office/officeart/2005/8/layout/hProcess9"/>
    <dgm:cxn modelId="{7748CB77-6DE3-444B-BBE7-1E242D3EA24F}" type="presParOf" srcId="{0B6A1801-D1BC-4D76-ABE4-315828175562}" destId="{DEB176BE-6BEC-4B50-88FA-DA18E8F82C08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09FBD96-DB00-46D3-B5DD-D02ABE54487C}" type="doc">
      <dgm:prSet loTypeId="urn:microsoft.com/office/officeart/2005/8/layout/default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CA2888FA-929E-454F-B91D-EC26CD377F3E}">
      <dgm:prSet phldrT="[Text]"/>
      <dgm:spPr/>
      <dgm:t>
        <a:bodyPr/>
        <a:lstStyle/>
        <a:p>
          <a:r>
            <a:rPr lang="en-US" dirty="0" err="1">
              <a:solidFill>
                <a:schemeClr val="tx2"/>
              </a:solidFill>
            </a:rPr>
            <a:t>Pemahaman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mengenai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anak-anak</a:t>
          </a:r>
          <a:r>
            <a:rPr lang="en-US" dirty="0">
              <a:solidFill>
                <a:schemeClr val="tx2"/>
              </a:solidFill>
            </a:rPr>
            <a:t> yang </a:t>
          </a:r>
          <a:r>
            <a:rPr lang="en-US" dirty="0" err="1">
              <a:solidFill>
                <a:schemeClr val="tx2"/>
              </a:solidFill>
            </a:rPr>
            <a:t>berkelainan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atau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dalam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psikologi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perkembangan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dikenal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dengan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psikopatologi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perkembangan</a:t>
          </a:r>
          <a:r>
            <a:rPr lang="en-US" dirty="0">
              <a:solidFill>
                <a:schemeClr val="tx2"/>
              </a:solidFill>
            </a:rPr>
            <a:t> (developmental </a:t>
          </a:r>
          <a:r>
            <a:rPr lang="en-US" dirty="0" err="1">
              <a:solidFill>
                <a:schemeClr val="tx2"/>
              </a:solidFill>
            </a:rPr>
            <a:t>psychopatology</a:t>
          </a:r>
          <a:r>
            <a:rPr lang="en-US" dirty="0">
              <a:solidFill>
                <a:schemeClr val="tx2"/>
              </a:solidFill>
            </a:rPr>
            <a:t>) </a:t>
          </a:r>
          <a:r>
            <a:rPr lang="en-US" dirty="0" err="1">
              <a:solidFill>
                <a:schemeClr val="tx2"/>
              </a:solidFill>
            </a:rPr>
            <a:t>meliputi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kajian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mengenai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asal-usul</a:t>
          </a:r>
          <a:r>
            <a:rPr lang="en-US" dirty="0">
              <a:solidFill>
                <a:schemeClr val="tx2"/>
              </a:solidFill>
            </a:rPr>
            <a:t>, </a:t>
          </a:r>
          <a:r>
            <a:rPr lang="en-US" dirty="0" err="1">
              <a:solidFill>
                <a:schemeClr val="tx2"/>
              </a:solidFill>
            </a:rPr>
            <a:t>perubahan</a:t>
          </a:r>
          <a:r>
            <a:rPr lang="en-US" dirty="0">
              <a:solidFill>
                <a:schemeClr val="tx2"/>
              </a:solidFill>
            </a:rPr>
            <a:t>- </a:t>
          </a:r>
          <a:r>
            <a:rPr lang="en-US" dirty="0" err="1">
              <a:solidFill>
                <a:schemeClr val="tx2"/>
              </a:solidFill>
            </a:rPr>
            <a:t>perubahan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dan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kesinambungan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dari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perilaku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berkelainan</a:t>
          </a:r>
          <a:r>
            <a:rPr lang="en-US" dirty="0">
              <a:solidFill>
                <a:schemeClr val="tx2"/>
              </a:solidFill>
            </a:rPr>
            <a:t> (maladaptive) </a:t>
          </a:r>
          <a:r>
            <a:rPr lang="en-US" dirty="0" err="1">
              <a:solidFill>
                <a:schemeClr val="tx2"/>
              </a:solidFill>
            </a:rPr>
            <a:t>sepanjang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rentang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kehidupan</a:t>
          </a:r>
          <a:r>
            <a:rPr lang="en-US" dirty="0">
              <a:solidFill>
                <a:schemeClr val="tx2"/>
              </a:solidFill>
            </a:rPr>
            <a:t>. </a:t>
          </a:r>
        </a:p>
      </dgm:t>
    </dgm:pt>
    <dgm:pt modelId="{684A86C8-C50F-4350-A07C-38E7E6BF5CD3}" type="parTrans" cxnId="{7745E068-7B4B-421B-AD9A-CA76A94714AD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68ABD102-3DA7-4D87-8DEC-0E68F8012FC3}" type="sibTrans" cxnId="{7745E068-7B4B-421B-AD9A-CA76A94714AD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F178D38C-4986-42AC-B300-0E2460D2012F}" type="pres">
      <dgm:prSet presAssocID="{409FBD96-DB00-46D3-B5DD-D02ABE54487C}" presName="diagram" presStyleCnt="0">
        <dgm:presLayoutVars>
          <dgm:dir/>
          <dgm:resizeHandles val="exact"/>
        </dgm:presLayoutVars>
      </dgm:prSet>
      <dgm:spPr/>
    </dgm:pt>
    <dgm:pt modelId="{C438D235-2231-48BD-B7FE-E404B7DC124B}" type="pres">
      <dgm:prSet presAssocID="{CA2888FA-929E-454F-B91D-EC26CD377F3E}" presName="node" presStyleLbl="node1" presStyleIdx="0" presStyleCnt="1" custLinFactNeighborX="1380" custLinFactNeighborY="528">
        <dgm:presLayoutVars>
          <dgm:bulletEnabled val="1"/>
        </dgm:presLayoutVars>
      </dgm:prSet>
      <dgm:spPr/>
    </dgm:pt>
  </dgm:ptLst>
  <dgm:cxnLst>
    <dgm:cxn modelId="{87EB0725-2883-4B8E-B077-5DF88A37225B}" type="presOf" srcId="{409FBD96-DB00-46D3-B5DD-D02ABE54487C}" destId="{F178D38C-4986-42AC-B300-0E2460D2012F}" srcOrd="0" destOrd="0" presId="urn:microsoft.com/office/officeart/2005/8/layout/default"/>
    <dgm:cxn modelId="{7745E068-7B4B-421B-AD9A-CA76A94714AD}" srcId="{409FBD96-DB00-46D3-B5DD-D02ABE54487C}" destId="{CA2888FA-929E-454F-B91D-EC26CD377F3E}" srcOrd="0" destOrd="0" parTransId="{684A86C8-C50F-4350-A07C-38E7E6BF5CD3}" sibTransId="{68ABD102-3DA7-4D87-8DEC-0E68F8012FC3}"/>
    <dgm:cxn modelId="{F596D89C-A6A9-4659-A64C-1729F5C78A28}" type="presOf" srcId="{CA2888FA-929E-454F-B91D-EC26CD377F3E}" destId="{C438D235-2231-48BD-B7FE-E404B7DC124B}" srcOrd="0" destOrd="0" presId="urn:microsoft.com/office/officeart/2005/8/layout/default"/>
    <dgm:cxn modelId="{CDC3CD3E-E0E2-47AF-B148-E27DAF805AF6}" type="presParOf" srcId="{F178D38C-4986-42AC-B300-0E2460D2012F}" destId="{C438D235-2231-48BD-B7FE-E404B7DC124B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09FBD96-DB00-46D3-B5DD-D02ABE54487C}" type="doc">
      <dgm:prSet loTypeId="urn:microsoft.com/office/officeart/2005/8/layout/default" loCatId="list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5C14211-4648-48A8-A6E6-0A51A17608FC}">
      <dgm:prSet/>
      <dgm:spPr/>
      <dgm:t>
        <a:bodyPr/>
        <a:lstStyle/>
        <a:p>
          <a:r>
            <a:rPr lang="en-US" dirty="0"/>
            <a:t>Ada 4 </a:t>
          </a:r>
          <a:r>
            <a:rPr lang="en-US" dirty="0" err="1"/>
            <a:t>prinsip</a:t>
          </a:r>
          <a:r>
            <a:rPr lang="en-US" dirty="0"/>
            <a:t> </a:t>
          </a:r>
          <a:r>
            <a:rPr lang="en-US" dirty="0" err="1"/>
            <a:t>dasar</a:t>
          </a:r>
          <a:r>
            <a:rPr lang="en-US" dirty="0"/>
            <a:t> yang </a:t>
          </a:r>
          <a:r>
            <a:rPr lang="en-US" dirty="0" err="1"/>
            <a:t>harus</a:t>
          </a:r>
          <a:r>
            <a:rPr lang="en-US" dirty="0"/>
            <a:t> </a:t>
          </a:r>
          <a:r>
            <a:rPr lang="en-US" dirty="0" err="1"/>
            <a:t>dicermati</a:t>
          </a:r>
          <a:r>
            <a:rPr lang="en-US" dirty="0"/>
            <a:t> </a:t>
          </a:r>
          <a:r>
            <a:rPr lang="en-US" dirty="0" err="1"/>
            <a:t>dalam</a:t>
          </a:r>
          <a:r>
            <a:rPr lang="en-US" dirty="0"/>
            <a:t> </a:t>
          </a:r>
          <a:r>
            <a:rPr lang="en-US" dirty="0" err="1"/>
            <a:t>psikopatologi</a:t>
          </a:r>
          <a:r>
            <a:rPr lang="en-US" dirty="0"/>
            <a:t> </a:t>
          </a:r>
          <a:r>
            <a:rPr lang="en-US" dirty="0" err="1"/>
            <a:t>perkembangan</a:t>
          </a:r>
          <a:r>
            <a:rPr lang="en-US" dirty="0"/>
            <a:t> </a:t>
          </a:r>
          <a:r>
            <a:rPr lang="en-US" dirty="0" err="1"/>
            <a:t>yaitu</a:t>
          </a:r>
          <a:r>
            <a:rPr lang="en-US" dirty="0"/>
            <a:t>: (1) </a:t>
          </a:r>
          <a:r>
            <a:rPr lang="en-US" dirty="0" err="1"/>
            <a:t>aturan</a:t>
          </a:r>
          <a:r>
            <a:rPr lang="en-US" dirty="0"/>
            <a:t> </a:t>
          </a:r>
          <a:r>
            <a:rPr lang="en-US" dirty="0" err="1"/>
            <a:t>aturan</a:t>
          </a:r>
          <a:r>
            <a:rPr lang="en-US" dirty="0"/>
            <a:t> </a:t>
          </a:r>
          <a:r>
            <a:rPr lang="en-US" dirty="0" err="1"/>
            <a:t>perkembangan</a:t>
          </a:r>
          <a:r>
            <a:rPr lang="en-US" dirty="0"/>
            <a:t> </a:t>
          </a:r>
          <a:r>
            <a:rPr lang="en-US" dirty="0" err="1"/>
            <a:t>harus</a:t>
          </a:r>
          <a:r>
            <a:rPr lang="en-US" dirty="0"/>
            <a:t> </a:t>
          </a:r>
          <a:r>
            <a:rPr lang="en-US" dirty="0" err="1"/>
            <a:t>dipertimbangkan</a:t>
          </a:r>
          <a:r>
            <a:rPr lang="en-US" dirty="0"/>
            <a:t> </a:t>
          </a:r>
          <a:r>
            <a:rPr lang="en-US" dirty="0" err="1"/>
            <a:t>dalam</a:t>
          </a:r>
          <a:r>
            <a:rPr lang="en-US" dirty="0"/>
            <a:t> </a:t>
          </a:r>
          <a:r>
            <a:rPr lang="en-US" dirty="0" err="1"/>
            <a:t>mempelajari</a:t>
          </a:r>
          <a:r>
            <a:rPr lang="en-US" dirty="0"/>
            <a:t> </a:t>
          </a:r>
          <a:r>
            <a:rPr lang="en-US" dirty="0" err="1"/>
            <a:t>asal-usul</a:t>
          </a:r>
          <a:r>
            <a:rPr lang="en-US" dirty="0"/>
            <a:t> </a:t>
          </a:r>
          <a:r>
            <a:rPr lang="en-US" dirty="0" err="1"/>
            <a:t>simtom</a:t>
          </a:r>
          <a:r>
            <a:rPr lang="en-US" dirty="0"/>
            <a:t> </a:t>
          </a:r>
          <a:r>
            <a:rPr lang="en-US" dirty="0" err="1"/>
            <a:t>akan</a:t>
          </a:r>
          <a:r>
            <a:rPr lang="en-US" dirty="0"/>
            <a:t> </a:t>
          </a:r>
          <a:r>
            <a:rPr lang="en-US" dirty="0" err="1"/>
            <a:t>bervariasi</a:t>
          </a:r>
          <a:r>
            <a:rPr lang="en-US" dirty="0"/>
            <a:t> </a:t>
          </a:r>
          <a:r>
            <a:rPr lang="en-US" dirty="0" err="1"/>
            <a:t>sejalan</a:t>
          </a:r>
          <a:r>
            <a:rPr lang="en-US" dirty="0"/>
            <a:t> </a:t>
          </a:r>
          <a:r>
            <a:rPr lang="en-US" dirty="0" err="1"/>
            <a:t>dengan</a:t>
          </a:r>
          <a:r>
            <a:rPr lang="en-US" dirty="0"/>
            <a:t> </a:t>
          </a:r>
          <a:r>
            <a:rPr lang="en-US" dirty="0" err="1"/>
            <a:t>perkembangan</a:t>
          </a:r>
          <a:r>
            <a:rPr lang="en-US" dirty="0"/>
            <a:t>; (2) </a:t>
          </a:r>
          <a:r>
            <a:rPr lang="en-US" dirty="0" err="1"/>
            <a:t>psikotapologi</a:t>
          </a:r>
          <a:r>
            <a:rPr lang="en-US" dirty="0"/>
            <a:t> </a:t>
          </a:r>
          <a:r>
            <a:rPr lang="en-US" dirty="0" err="1"/>
            <a:t>harus</a:t>
          </a:r>
          <a:r>
            <a:rPr lang="en-US" dirty="0"/>
            <a:t> </a:t>
          </a:r>
          <a:r>
            <a:rPr lang="en-US" dirty="0" err="1"/>
            <a:t>didefinisikan</a:t>
          </a:r>
          <a:r>
            <a:rPr lang="en-US" dirty="0"/>
            <a:t> </a:t>
          </a:r>
          <a:r>
            <a:rPr lang="en-US" dirty="0" err="1"/>
            <a:t>dalam</a:t>
          </a:r>
          <a:r>
            <a:rPr lang="en-US" dirty="0"/>
            <a:t> </a:t>
          </a:r>
          <a:r>
            <a:rPr lang="en-US" dirty="0" err="1"/>
            <a:t>pengertian</a:t>
          </a:r>
          <a:r>
            <a:rPr lang="en-US" dirty="0"/>
            <a:t> </a:t>
          </a:r>
          <a:r>
            <a:rPr lang="en-US" dirty="0" err="1"/>
            <a:t>menyimpang</a:t>
          </a:r>
          <a:r>
            <a:rPr lang="en-US" dirty="0"/>
            <a:t> </a:t>
          </a:r>
          <a:r>
            <a:rPr lang="en-US" dirty="0" err="1"/>
            <a:t>dari</a:t>
          </a:r>
          <a:r>
            <a:rPr lang="en-US" dirty="0"/>
            <a:t> </a:t>
          </a:r>
          <a:r>
            <a:rPr lang="en-US" dirty="0" err="1"/>
            <a:t>perilaku</a:t>
          </a:r>
          <a:r>
            <a:rPr lang="en-US" dirty="0"/>
            <a:t> normal </a:t>
          </a:r>
          <a:r>
            <a:rPr lang="en-US" dirty="0" err="1"/>
            <a:t>dan</a:t>
          </a:r>
          <a:r>
            <a:rPr lang="en-US" dirty="0"/>
            <a:t> </a:t>
          </a:r>
          <a:r>
            <a:rPr lang="en-US" dirty="0" err="1"/>
            <a:t>sesuai</a:t>
          </a:r>
          <a:r>
            <a:rPr lang="en-US" dirty="0"/>
            <a:t> </a:t>
          </a:r>
          <a:r>
            <a:rPr lang="en-US" dirty="0" err="1"/>
            <a:t>dengan</a:t>
          </a:r>
          <a:r>
            <a:rPr lang="en-US" dirty="0"/>
            <a:t> </a:t>
          </a:r>
          <a:r>
            <a:rPr lang="en-US" dirty="0" err="1"/>
            <a:t>pencapaian</a:t>
          </a:r>
          <a:r>
            <a:rPr lang="en-US" dirty="0"/>
            <a:t> rata-rata </a:t>
          </a:r>
          <a:r>
            <a:rPr lang="en-US" dirty="0" err="1"/>
            <a:t>anak</a:t>
          </a:r>
          <a:r>
            <a:rPr lang="en-US" dirty="0"/>
            <a:t> </a:t>
          </a:r>
          <a:r>
            <a:rPr lang="en-US" dirty="0" err="1"/>
            <a:t>dalam</a:t>
          </a:r>
          <a:r>
            <a:rPr lang="en-US" dirty="0"/>
            <a:t> </a:t>
          </a:r>
          <a:r>
            <a:rPr lang="en-US" dirty="0" err="1"/>
            <a:t>rentang</a:t>
          </a:r>
          <a:r>
            <a:rPr lang="en-US" dirty="0"/>
            <a:t> </a:t>
          </a:r>
          <a:r>
            <a:rPr lang="en-US" dirty="0" err="1"/>
            <a:t>usia</a:t>
          </a:r>
          <a:r>
            <a:rPr lang="en-US" dirty="0"/>
            <a:t> yang </a:t>
          </a:r>
          <a:r>
            <a:rPr lang="en-US" dirty="0" err="1"/>
            <a:t>sama</a:t>
          </a:r>
          <a:r>
            <a:rPr lang="en-US" dirty="0"/>
            <a:t>; (3) </a:t>
          </a:r>
          <a:r>
            <a:rPr lang="en-US" dirty="0" err="1"/>
            <a:t>tanda-tanda</a:t>
          </a:r>
          <a:r>
            <a:rPr lang="en-US" dirty="0"/>
            <a:t> </a:t>
          </a:r>
          <a:r>
            <a:rPr lang="en-US" dirty="0" err="1"/>
            <a:t>awal</a:t>
          </a:r>
          <a:r>
            <a:rPr lang="en-US" dirty="0"/>
            <a:t> </a:t>
          </a:r>
          <a:r>
            <a:rPr lang="en-US" dirty="0" err="1"/>
            <a:t>dari</a:t>
          </a:r>
          <a:r>
            <a:rPr lang="en-US" dirty="0"/>
            <a:t> </a:t>
          </a:r>
          <a:r>
            <a:rPr lang="en-US" dirty="0" err="1"/>
            <a:t>kelainan</a:t>
          </a:r>
          <a:r>
            <a:rPr lang="en-US" dirty="0"/>
            <a:t> </a:t>
          </a:r>
          <a:r>
            <a:rPr lang="en-US" dirty="0" err="1"/>
            <a:t>perilaku</a:t>
          </a:r>
          <a:r>
            <a:rPr lang="en-US" dirty="0"/>
            <a:t>, </a:t>
          </a:r>
          <a:r>
            <a:rPr lang="en-US" dirty="0" err="1"/>
            <a:t>misalnya</a:t>
          </a:r>
          <a:r>
            <a:rPr lang="en-US" dirty="0"/>
            <a:t> </a:t>
          </a:r>
          <a:r>
            <a:rPr lang="en-US" dirty="0" err="1"/>
            <a:t>perilaku</a:t>
          </a:r>
          <a:r>
            <a:rPr lang="en-US" dirty="0"/>
            <a:t> </a:t>
          </a:r>
          <a:r>
            <a:rPr lang="en-US" dirty="0" err="1"/>
            <a:t>tidak</a:t>
          </a:r>
          <a:r>
            <a:rPr lang="en-US" dirty="0"/>
            <a:t> </a:t>
          </a:r>
          <a:r>
            <a:rPr lang="en-US" dirty="0" err="1"/>
            <a:t>mau</a:t>
          </a:r>
          <a:r>
            <a:rPr lang="en-US" dirty="0"/>
            <a:t> </a:t>
          </a:r>
          <a:r>
            <a:rPr lang="en-US" dirty="0" err="1"/>
            <a:t>mengalah</a:t>
          </a:r>
          <a:r>
            <a:rPr lang="en-US" dirty="0"/>
            <a:t> </a:t>
          </a:r>
          <a:r>
            <a:rPr lang="en-US" dirty="0" err="1"/>
            <a:t>dan</a:t>
          </a:r>
          <a:r>
            <a:rPr lang="en-US" dirty="0"/>
            <a:t> </a:t>
          </a:r>
          <a:r>
            <a:rPr lang="en-US" dirty="0" err="1"/>
            <a:t>penolakan</a:t>
          </a:r>
          <a:r>
            <a:rPr lang="en-US" dirty="0"/>
            <a:t> </a:t>
          </a:r>
          <a:r>
            <a:rPr lang="en-US" dirty="0" err="1"/>
            <a:t>dari</a:t>
          </a:r>
          <a:r>
            <a:rPr lang="en-US" dirty="0"/>
            <a:t> </a:t>
          </a:r>
          <a:r>
            <a:rPr lang="en-US" dirty="0" err="1"/>
            <a:t>teman</a:t>
          </a:r>
          <a:r>
            <a:rPr lang="en-US" dirty="0"/>
            <a:t> </a:t>
          </a:r>
          <a:r>
            <a:rPr lang="en-US" dirty="0" err="1"/>
            <a:t>sebaya</a:t>
          </a:r>
          <a:r>
            <a:rPr lang="en-US" dirty="0"/>
            <a:t>, </a:t>
          </a:r>
          <a:r>
            <a:rPr lang="en-US" dirty="0" err="1"/>
            <a:t>harus</a:t>
          </a:r>
          <a:r>
            <a:rPr lang="en-US" dirty="0"/>
            <a:t> </a:t>
          </a:r>
          <a:r>
            <a:rPr lang="en-US" dirty="0" err="1"/>
            <a:t>ditelaah</a:t>
          </a:r>
          <a:r>
            <a:rPr lang="en-US" dirty="0"/>
            <a:t>; </a:t>
          </a:r>
          <a:r>
            <a:rPr lang="en-US" dirty="0" err="1"/>
            <a:t>dan</a:t>
          </a:r>
          <a:r>
            <a:rPr lang="en-US" dirty="0"/>
            <a:t> (4) </a:t>
          </a:r>
          <a:r>
            <a:rPr lang="en-US" dirty="0" err="1"/>
            <a:t>ada</a:t>
          </a:r>
          <a:r>
            <a:rPr lang="en-US" dirty="0"/>
            <a:t> </a:t>
          </a:r>
          <a:r>
            <a:rPr lang="en-US" dirty="0" err="1"/>
            <a:t>beragam</a:t>
          </a:r>
          <a:r>
            <a:rPr lang="en-US" dirty="0"/>
            <a:t> </a:t>
          </a:r>
          <a:r>
            <a:rPr lang="en-US" dirty="0" err="1"/>
            <a:t>tanda</a:t>
          </a:r>
          <a:r>
            <a:rPr lang="en-US" dirty="0"/>
            <a:t> yang </a:t>
          </a:r>
          <a:r>
            <a:rPr lang="en-US" dirty="0" err="1"/>
            <a:t>sering</a:t>
          </a:r>
          <a:r>
            <a:rPr lang="en-US" dirty="0"/>
            <a:t> kali </a:t>
          </a:r>
          <a:r>
            <a:rPr lang="en-US" dirty="0" err="1"/>
            <a:t>tidak</a:t>
          </a:r>
          <a:r>
            <a:rPr lang="en-US" dirty="0"/>
            <a:t> </a:t>
          </a:r>
          <a:r>
            <a:rPr lang="en-US" dirty="0" err="1"/>
            <a:t>teramati</a:t>
          </a:r>
          <a:r>
            <a:rPr lang="en-US" dirty="0"/>
            <a:t> </a:t>
          </a:r>
          <a:r>
            <a:rPr lang="en-US" dirty="0" err="1"/>
            <a:t>baik</a:t>
          </a:r>
          <a:r>
            <a:rPr lang="en-US" dirty="0"/>
            <a:t> </a:t>
          </a:r>
          <a:r>
            <a:rPr lang="en-US" dirty="0" err="1"/>
            <a:t>pada</a:t>
          </a:r>
          <a:r>
            <a:rPr lang="en-US" dirty="0"/>
            <a:t> normal </a:t>
          </a:r>
          <a:r>
            <a:rPr lang="en-US" dirty="0" err="1"/>
            <a:t>maupun</a:t>
          </a:r>
          <a:r>
            <a:rPr lang="en-US" dirty="0"/>
            <a:t> abnormal.</a:t>
          </a:r>
        </a:p>
      </dgm:t>
    </dgm:pt>
    <dgm:pt modelId="{4DB855C0-C764-4BD8-A2D1-76A0A1CF69AE}" type="sibTrans" cxnId="{655904F0-09E9-496B-A143-BF2B30CC9D60}">
      <dgm:prSet/>
      <dgm:spPr/>
      <dgm:t>
        <a:bodyPr/>
        <a:lstStyle/>
        <a:p>
          <a:endParaRPr lang="en-US"/>
        </a:p>
      </dgm:t>
    </dgm:pt>
    <dgm:pt modelId="{D33A2597-221B-42C1-842E-F66C76050DEF}" type="parTrans" cxnId="{655904F0-09E9-496B-A143-BF2B30CC9D60}">
      <dgm:prSet/>
      <dgm:spPr/>
      <dgm:t>
        <a:bodyPr/>
        <a:lstStyle/>
        <a:p>
          <a:endParaRPr lang="en-US"/>
        </a:p>
      </dgm:t>
    </dgm:pt>
    <dgm:pt modelId="{F178D38C-4986-42AC-B300-0E2460D2012F}" type="pres">
      <dgm:prSet presAssocID="{409FBD96-DB00-46D3-B5DD-D02ABE54487C}" presName="diagram" presStyleCnt="0">
        <dgm:presLayoutVars>
          <dgm:dir/>
          <dgm:resizeHandles val="exact"/>
        </dgm:presLayoutVars>
      </dgm:prSet>
      <dgm:spPr/>
    </dgm:pt>
    <dgm:pt modelId="{0F1B9028-D814-4721-B225-4819599596D9}" type="pres">
      <dgm:prSet presAssocID="{75C14211-4648-48A8-A6E6-0A51A17608FC}" presName="node" presStyleLbl="node1" presStyleIdx="0" presStyleCnt="1" custLinFactNeighborX="-978" custLinFactNeighborY="-947">
        <dgm:presLayoutVars>
          <dgm:bulletEnabled val="1"/>
        </dgm:presLayoutVars>
      </dgm:prSet>
      <dgm:spPr/>
    </dgm:pt>
  </dgm:ptLst>
  <dgm:cxnLst>
    <dgm:cxn modelId="{EF7E2A83-2DEF-4233-B61E-E66ABC708063}" type="presOf" srcId="{409FBD96-DB00-46D3-B5DD-D02ABE54487C}" destId="{F178D38C-4986-42AC-B300-0E2460D2012F}" srcOrd="0" destOrd="0" presId="urn:microsoft.com/office/officeart/2005/8/layout/default"/>
    <dgm:cxn modelId="{C9270CC6-E09D-45E4-A0A6-15334334AB4A}" type="presOf" srcId="{75C14211-4648-48A8-A6E6-0A51A17608FC}" destId="{0F1B9028-D814-4721-B225-4819599596D9}" srcOrd="0" destOrd="0" presId="urn:microsoft.com/office/officeart/2005/8/layout/default"/>
    <dgm:cxn modelId="{655904F0-09E9-496B-A143-BF2B30CC9D60}" srcId="{409FBD96-DB00-46D3-B5DD-D02ABE54487C}" destId="{75C14211-4648-48A8-A6E6-0A51A17608FC}" srcOrd="0" destOrd="0" parTransId="{D33A2597-221B-42C1-842E-F66C76050DEF}" sibTransId="{4DB855C0-C764-4BD8-A2D1-76A0A1CF69AE}"/>
    <dgm:cxn modelId="{8F80EDDF-8CAA-4DC1-91B3-484DB455DF31}" type="presParOf" srcId="{F178D38C-4986-42AC-B300-0E2460D2012F}" destId="{0F1B9028-D814-4721-B225-4819599596D9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09FBD96-DB00-46D3-B5DD-D02ABE54487C}" type="doc">
      <dgm:prSet loTypeId="urn:microsoft.com/office/officeart/2005/8/layout/default" loCatId="list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5C14211-4648-48A8-A6E6-0A51A17608FC}">
      <dgm:prSet/>
      <dgm:spPr/>
      <dgm:t>
        <a:bodyPr/>
        <a:lstStyle/>
        <a:p>
          <a:r>
            <a:rPr lang="en-US" dirty="0" err="1"/>
            <a:t>Menentukan</a:t>
          </a:r>
          <a:r>
            <a:rPr lang="en-US" dirty="0"/>
            <a:t> </a:t>
          </a:r>
          <a:r>
            <a:rPr lang="en-US" dirty="0" err="1"/>
            <a:t>apakah</a:t>
          </a:r>
          <a:r>
            <a:rPr lang="en-US" dirty="0"/>
            <a:t> </a:t>
          </a:r>
          <a:r>
            <a:rPr lang="en-US" dirty="0" err="1"/>
            <a:t>seorang</a:t>
          </a:r>
          <a:r>
            <a:rPr lang="en-US" dirty="0"/>
            <a:t> </a:t>
          </a:r>
          <a:r>
            <a:rPr lang="en-US" dirty="0" err="1"/>
            <a:t>anak</a:t>
          </a:r>
          <a:r>
            <a:rPr lang="en-US" dirty="0"/>
            <a:t> </a:t>
          </a:r>
          <a:r>
            <a:rPr lang="en-US" dirty="0" err="1"/>
            <a:t>mengalami</a:t>
          </a:r>
          <a:r>
            <a:rPr lang="en-US" dirty="0"/>
            <a:t> </a:t>
          </a:r>
          <a:r>
            <a:rPr lang="en-US" dirty="0" err="1"/>
            <a:t>perkembangan</a:t>
          </a:r>
          <a:r>
            <a:rPr lang="en-US" dirty="0"/>
            <a:t> yang </a:t>
          </a:r>
          <a:r>
            <a:rPr lang="en-US" dirty="0" err="1"/>
            <a:t>bersifat</a:t>
          </a:r>
          <a:r>
            <a:rPr lang="en-US" dirty="0"/>
            <a:t> </a:t>
          </a:r>
          <a:r>
            <a:rPr lang="en-US" dirty="0" err="1"/>
            <a:t>nonnormatif</a:t>
          </a:r>
          <a:r>
            <a:rPr lang="en-US" dirty="0"/>
            <a:t> </a:t>
          </a:r>
          <a:r>
            <a:rPr lang="en-US" dirty="0" err="1"/>
            <a:t>harus</a:t>
          </a:r>
          <a:r>
            <a:rPr lang="en-US" dirty="0"/>
            <a:t> </a:t>
          </a:r>
          <a:r>
            <a:rPr lang="en-US" dirty="0" err="1"/>
            <a:t>dipertimbangkan</a:t>
          </a:r>
          <a:r>
            <a:rPr lang="en-US" dirty="0"/>
            <a:t> </a:t>
          </a:r>
          <a:r>
            <a:rPr lang="en-US" dirty="0" err="1"/>
            <a:t>pola-pola</a:t>
          </a:r>
          <a:r>
            <a:rPr lang="en-US" dirty="0"/>
            <a:t> </a:t>
          </a:r>
          <a:r>
            <a:rPr lang="en-US" dirty="0" err="1"/>
            <a:t>perilaku</a:t>
          </a:r>
          <a:r>
            <a:rPr lang="en-US" dirty="0"/>
            <a:t>, </a:t>
          </a:r>
          <a:r>
            <a:rPr lang="en-US" dirty="0" err="1"/>
            <a:t>kognitif</a:t>
          </a:r>
          <a:r>
            <a:rPr lang="en-US" dirty="0"/>
            <a:t> </a:t>
          </a:r>
          <a:r>
            <a:rPr lang="en-US" dirty="0" err="1"/>
            <a:t>dan</a:t>
          </a:r>
          <a:r>
            <a:rPr lang="en-US" dirty="0"/>
            <a:t> </a:t>
          </a:r>
          <a:r>
            <a:rPr lang="en-US" dirty="0" err="1"/>
            <a:t>sintom</a:t>
          </a:r>
          <a:r>
            <a:rPr lang="en-US" dirty="0"/>
            <a:t> </a:t>
          </a:r>
          <a:r>
            <a:rPr lang="en-US" dirty="0" err="1"/>
            <a:t>fisik</a:t>
          </a:r>
          <a:r>
            <a:rPr lang="en-US" dirty="0"/>
            <a:t> yang </a:t>
          </a:r>
          <a:r>
            <a:rPr lang="en-US" dirty="0" err="1"/>
            <a:t>muncul</a:t>
          </a:r>
          <a:r>
            <a:rPr lang="en-US" dirty="0"/>
            <a:t>. </a:t>
          </a:r>
          <a:r>
            <a:rPr lang="en-US" dirty="0" err="1"/>
            <a:t>Karena</a:t>
          </a:r>
          <a:r>
            <a:rPr lang="en-US" dirty="0"/>
            <a:t> </a:t>
          </a:r>
          <a:r>
            <a:rPr lang="en-US" dirty="0" err="1"/>
            <a:t>anak</a:t>
          </a:r>
          <a:r>
            <a:rPr lang="en-US" dirty="0"/>
            <a:t> </a:t>
          </a:r>
          <a:r>
            <a:rPr lang="en-US" dirty="0" err="1"/>
            <a:t>sangat</a:t>
          </a:r>
          <a:r>
            <a:rPr lang="en-US" dirty="0"/>
            <a:t> </a:t>
          </a:r>
          <a:r>
            <a:rPr lang="en-US" dirty="0" err="1"/>
            <a:t>bergantung</a:t>
          </a:r>
          <a:r>
            <a:rPr lang="en-US" dirty="0"/>
            <a:t> </a:t>
          </a:r>
          <a:r>
            <a:rPr lang="en-US" dirty="0" err="1"/>
            <a:t>pada</a:t>
          </a:r>
          <a:r>
            <a:rPr lang="en-US" dirty="0"/>
            <a:t> orang lain di </a:t>
          </a:r>
          <a:r>
            <a:rPr lang="en-US" dirty="0" err="1"/>
            <a:t>sekitarnya</a:t>
          </a:r>
          <a:r>
            <a:rPr lang="en-US" dirty="0"/>
            <a:t>, </a:t>
          </a:r>
          <a:r>
            <a:rPr lang="en-US" dirty="0" err="1"/>
            <a:t>maka</a:t>
          </a:r>
          <a:r>
            <a:rPr lang="en-US" dirty="0"/>
            <a:t> </a:t>
          </a:r>
          <a:r>
            <a:rPr lang="en-US" dirty="0" err="1"/>
            <a:t>muncullah</a:t>
          </a:r>
          <a:r>
            <a:rPr lang="en-US" dirty="0"/>
            <a:t> </a:t>
          </a:r>
          <a:r>
            <a:rPr lang="en-US" dirty="0" err="1"/>
            <a:t>masalah</a:t>
          </a:r>
          <a:r>
            <a:rPr lang="en-US" dirty="0"/>
            <a:t> </a:t>
          </a:r>
          <a:r>
            <a:rPr lang="en-US" dirty="0" err="1"/>
            <a:t>pada</a:t>
          </a:r>
          <a:r>
            <a:rPr lang="en-US" dirty="0"/>
            <a:t> </a:t>
          </a:r>
          <a:r>
            <a:rPr lang="en-US" dirty="0" err="1"/>
            <a:t>anak</a:t>
          </a:r>
          <a:r>
            <a:rPr lang="en-US" dirty="0"/>
            <a:t> yang </a:t>
          </a:r>
          <a:r>
            <a:rPr lang="en-US" dirty="0" err="1"/>
            <a:t>harus</a:t>
          </a:r>
          <a:r>
            <a:rPr lang="en-US" dirty="0"/>
            <a:t> </a:t>
          </a:r>
          <a:r>
            <a:rPr lang="en-US" dirty="0" err="1"/>
            <a:t>dipertimbangkan</a:t>
          </a:r>
          <a:r>
            <a:rPr lang="en-US" dirty="0"/>
            <a:t> pula </a:t>
          </a:r>
          <a:r>
            <a:rPr lang="en-US" dirty="0" err="1"/>
            <a:t>dalam</a:t>
          </a:r>
          <a:r>
            <a:rPr lang="en-US" dirty="0"/>
            <a:t> </a:t>
          </a:r>
          <a:r>
            <a:rPr lang="en-US" dirty="0" err="1"/>
            <a:t>kautannya</a:t>
          </a:r>
          <a:r>
            <a:rPr lang="en-US" dirty="0"/>
            <a:t> </a:t>
          </a:r>
          <a:r>
            <a:rPr lang="en-US" dirty="0" err="1"/>
            <a:t>dengan</a:t>
          </a:r>
          <a:r>
            <a:rPr lang="en-US" dirty="0"/>
            <a:t> </a:t>
          </a:r>
          <a:r>
            <a:rPr lang="en-US" dirty="0" err="1"/>
            <a:t>interaksi</a:t>
          </a:r>
          <a:r>
            <a:rPr lang="en-US" dirty="0"/>
            <a:t> </a:t>
          </a:r>
          <a:r>
            <a:rPr lang="en-US" dirty="0" err="1"/>
            <a:t>anak</a:t>
          </a:r>
          <a:r>
            <a:rPr lang="en-US" dirty="0"/>
            <a:t> </a:t>
          </a:r>
          <a:r>
            <a:rPr lang="en-US" dirty="0" err="1"/>
            <a:t>dengan</a:t>
          </a:r>
          <a:r>
            <a:rPr lang="en-US" dirty="0"/>
            <a:t> </a:t>
          </a:r>
          <a:r>
            <a:rPr lang="en-US" dirty="0" err="1"/>
            <a:t>lingkungan</a:t>
          </a:r>
          <a:r>
            <a:rPr lang="en-US" dirty="0"/>
            <a:t>. </a:t>
          </a:r>
        </a:p>
      </dgm:t>
    </dgm:pt>
    <dgm:pt modelId="{4DB855C0-C764-4BD8-A2D1-76A0A1CF69AE}" type="sibTrans" cxnId="{655904F0-09E9-496B-A143-BF2B30CC9D60}">
      <dgm:prSet/>
      <dgm:spPr/>
      <dgm:t>
        <a:bodyPr/>
        <a:lstStyle/>
        <a:p>
          <a:endParaRPr lang="en-US"/>
        </a:p>
      </dgm:t>
    </dgm:pt>
    <dgm:pt modelId="{D33A2597-221B-42C1-842E-F66C76050DEF}" type="parTrans" cxnId="{655904F0-09E9-496B-A143-BF2B30CC9D60}">
      <dgm:prSet/>
      <dgm:spPr/>
      <dgm:t>
        <a:bodyPr/>
        <a:lstStyle/>
        <a:p>
          <a:endParaRPr lang="en-US"/>
        </a:p>
      </dgm:t>
    </dgm:pt>
    <dgm:pt modelId="{F178D38C-4986-42AC-B300-0E2460D2012F}" type="pres">
      <dgm:prSet presAssocID="{409FBD96-DB00-46D3-B5DD-D02ABE54487C}" presName="diagram" presStyleCnt="0">
        <dgm:presLayoutVars>
          <dgm:dir/>
          <dgm:resizeHandles val="exact"/>
        </dgm:presLayoutVars>
      </dgm:prSet>
      <dgm:spPr/>
    </dgm:pt>
    <dgm:pt modelId="{0F1B9028-D814-4721-B225-4819599596D9}" type="pres">
      <dgm:prSet presAssocID="{75C14211-4648-48A8-A6E6-0A51A17608FC}" presName="node" presStyleLbl="node1" presStyleIdx="0" presStyleCnt="1" custLinFactNeighborX="-978" custLinFactNeighborY="-947">
        <dgm:presLayoutVars>
          <dgm:bulletEnabled val="1"/>
        </dgm:presLayoutVars>
      </dgm:prSet>
      <dgm:spPr/>
    </dgm:pt>
  </dgm:ptLst>
  <dgm:cxnLst>
    <dgm:cxn modelId="{D7339A8F-3C30-4214-8E1B-80AC11D92CFF}" type="presOf" srcId="{409FBD96-DB00-46D3-B5DD-D02ABE54487C}" destId="{F178D38C-4986-42AC-B300-0E2460D2012F}" srcOrd="0" destOrd="0" presId="urn:microsoft.com/office/officeart/2005/8/layout/default"/>
    <dgm:cxn modelId="{55F9EBBB-6662-43A8-9315-5B441E3CE2C6}" type="presOf" srcId="{75C14211-4648-48A8-A6E6-0A51A17608FC}" destId="{0F1B9028-D814-4721-B225-4819599596D9}" srcOrd="0" destOrd="0" presId="urn:microsoft.com/office/officeart/2005/8/layout/default"/>
    <dgm:cxn modelId="{655904F0-09E9-496B-A143-BF2B30CC9D60}" srcId="{409FBD96-DB00-46D3-B5DD-D02ABE54487C}" destId="{75C14211-4648-48A8-A6E6-0A51A17608FC}" srcOrd="0" destOrd="0" parTransId="{D33A2597-221B-42C1-842E-F66C76050DEF}" sibTransId="{4DB855C0-C764-4BD8-A2D1-76A0A1CF69AE}"/>
    <dgm:cxn modelId="{C199EB3F-6EA4-4186-B627-20914F38C564}" type="presParOf" srcId="{F178D38C-4986-42AC-B300-0E2460D2012F}" destId="{0F1B9028-D814-4721-B225-4819599596D9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60E7A9E-3ED6-4B9A-A112-AB9BEEA2F8B7}" type="doc">
      <dgm:prSet loTypeId="urn:microsoft.com/office/officeart/2005/8/layout/default" loCatId="list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CF092C0-AC7C-490F-9545-8BEAFD8C4405}">
      <dgm:prSet phldrT="[Text]"/>
      <dgm:spPr/>
      <dgm:t>
        <a:bodyPr/>
        <a:lstStyle/>
        <a:p>
          <a:r>
            <a:rPr lang="en-US" b="1" dirty="0">
              <a:solidFill>
                <a:schemeClr val="tx2"/>
              </a:solidFill>
            </a:rPr>
            <a:t>1. </a:t>
          </a:r>
          <a:r>
            <a:rPr lang="en-US" b="1" dirty="0" err="1">
              <a:solidFill>
                <a:schemeClr val="tx2"/>
              </a:solidFill>
            </a:rPr>
            <a:t>Cetak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biru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biologis</a:t>
          </a:r>
          <a:r>
            <a:rPr lang="en-US" b="1" dirty="0">
              <a:solidFill>
                <a:schemeClr val="tx2"/>
              </a:solidFill>
            </a:rPr>
            <a:t>  </a:t>
          </a:r>
        </a:p>
      </dgm:t>
    </dgm:pt>
    <dgm:pt modelId="{E7927224-60F6-4FBB-B688-1CF7037AF834}" type="parTrans" cxnId="{AB102B24-74FE-4049-8E81-D0ADF58044F2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1B3A2C57-DB78-4D97-B5B3-65103C040E9B}" type="sibTrans" cxnId="{AB102B24-74FE-4049-8E81-D0ADF58044F2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B7E2EE65-3C4F-41B9-83EA-43224B8654A2}">
      <dgm:prSet phldrT="[Text]"/>
      <dgm:spPr/>
      <dgm:t>
        <a:bodyPr/>
        <a:lstStyle/>
        <a:p>
          <a:r>
            <a:rPr lang="en-US" b="1" dirty="0">
              <a:solidFill>
                <a:schemeClr val="tx2"/>
              </a:solidFill>
            </a:rPr>
            <a:t>2. </a:t>
          </a:r>
          <a:r>
            <a:rPr lang="en-US" b="1" dirty="0" err="1">
              <a:solidFill>
                <a:schemeClr val="tx2"/>
              </a:solidFill>
            </a:rPr>
            <a:t>Genetik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atau</a:t>
          </a:r>
          <a:r>
            <a:rPr lang="en-US" b="1" dirty="0">
              <a:solidFill>
                <a:schemeClr val="tx2"/>
              </a:solidFill>
            </a:rPr>
            <a:t> </a:t>
          </a:r>
          <a:r>
            <a:rPr lang="en-US" b="1" dirty="0" err="1">
              <a:solidFill>
                <a:schemeClr val="tx2"/>
              </a:solidFill>
            </a:rPr>
            <a:t>lingkungan</a:t>
          </a:r>
          <a:endParaRPr lang="en-US" b="1" dirty="0">
            <a:solidFill>
              <a:schemeClr val="tx2"/>
            </a:solidFill>
          </a:endParaRPr>
        </a:p>
      </dgm:t>
    </dgm:pt>
    <dgm:pt modelId="{58701F3B-23F1-4D1F-AA14-6688335EA6E2}" type="parTrans" cxnId="{2E13E6BA-2976-4F5A-90C5-E8E2E02B5E0A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73360E80-3BBE-4671-AF1D-3BF0F7A7F8A5}" type="sibTrans" cxnId="{2E13E6BA-2976-4F5A-90C5-E8E2E02B5E0A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D218EF75-9888-402B-A937-BC1557CC10FE}">
      <dgm:prSet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3. </a:t>
          </a:r>
          <a:r>
            <a:rPr lang="en-US" dirty="0" err="1">
              <a:solidFill>
                <a:schemeClr val="tx2"/>
              </a:solidFill>
            </a:rPr>
            <a:t>Konteks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sosial</a:t>
          </a:r>
          <a:endParaRPr lang="en-US" dirty="0">
            <a:solidFill>
              <a:schemeClr val="tx2"/>
            </a:solidFill>
          </a:endParaRPr>
        </a:p>
      </dgm:t>
    </dgm:pt>
    <dgm:pt modelId="{0825EC62-05F3-42AE-A2FA-B95CE681269E}" type="parTrans" cxnId="{ADF6F37C-9B08-407A-B57C-9944D9665319}">
      <dgm:prSet/>
      <dgm:spPr/>
    </dgm:pt>
    <dgm:pt modelId="{225B7622-F1F3-4BAB-B5F6-9408DE28210F}" type="sibTrans" cxnId="{ADF6F37C-9B08-407A-B57C-9944D9665319}">
      <dgm:prSet/>
      <dgm:spPr/>
    </dgm:pt>
    <dgm:pt modelId="{872EF81D-C3D9-478F-8FED-E48CFD4705B2}" type="pres">
      <dgm:prSet presAssocID="{260E7A9E-3ED6-4B9A-A112-AB9BEEA2F8B7}" presName="diagram" presStyleCnt="0">
        <dgm:presLayoutVars>
          <dgm:dir/>
          <dgm:resizeHandles val="exact"/>
        </dgm:presLayoutVars>
      </dgm:prSet>
      <dgm:spPr/>
    </dgm:pt>
    <dgm:pt modelId="{287F9B4F-FD09-478F-9656-06126F4748BC}" type="pres">
      <dgm:prSet presAssocID="{2CF092C0-AC7C-490F-9545-8BEAFD8C4405}" presName="node" presStyleLbl="node1" presStyleIdx="0" presStyleCnt="3">
        <dgm:presLayoutVars>
          <dgm:bulletEnabled val="1"/>
        </dgm:presLayoutVars>
      </dgm:prSet>
      <dgm:spPr/>
    </dgm:pt>
    <dgm:pt modelId="{DE8A682E-0523-4EE2-868E-819C509E6890}" type="pres">
      <dgm:prSet presAssocID="{1B3A2C57-DB78-4D97-B5B3-65103C040E9B}" presName="sibTrans" presStyleCnt="0"/>
      <dgm:spPr/>
    </dgm:pt>
    <dgm:pt modelId="{5F4AEBB2-FBD7-45BD-9FAD-0E1FE7D91016}" type="pres">
      <dgm:prSet presAssocID="{B7E2EE65-3C4F-41B9-83EA-43224B8654A2}" presName="node" presStyleLbl="node1" presStyleIdx="1" presStyleCnt="3">
        <dgm:presLayoutVars>
          <dgm:bulletEnabled val="1"/>
        </dgm:presLayoutVars>
      </dgm:prSet>
      <dgm:spPr/>
    </dgm:pt>
    <dgm:pt modelId="{014CE4FE-994C-48DF-BEFB-F7B8512710BD}" type="pres">
      <dgm:prSet presAssocID="{73360E80-3BBE-4671-AF1D-3BF0F7A7F8A5}" presName="sibTrans" presStyleCnt="0"/>
      <dgm:spPr/>
    </dgm:pt>
    <dgm:pt modelId="{DF819FF9-4C08-42AB-B2F8-EBB38EFDED0C}" type="pres">
      <dgm:prSet presAssocID="{D218EF75-9888-402B-A937-BC1557CC10FE}" presName="node" presStyleLbl="node1" presStyleIdx="2" presStyleCnt="3">
        <dgm:presLayoutVars>
          <dgm:bulletEnabled val="1"/>
        </dgm:presLayoutVars>
      </dgm:prSet>
      <dgm:spPr/>
    </dgm:pt>
  </dgm:ptLst>
  <dgm:cxnLst>
    <dgm:cxn modelId="{22C5210B-117C-45A3-A0C0-AECBF34475C1}" type="presOf" srcId="{260E7A9E-3ED6-4B9A-A112-AB9BEEA2F8B7}" destId="{872EF81D-C3D9-478F-8FED-E48CFD4705B2}" srcOrd="0" destOrd="0" presId="urn:microsoft.com/office/officeart/2005/8/layout/default"/>
    <dgm:cxn modelId="{AB102B24-74FE-4049-8E81-D0ADF58044F2}" srcId="{260E7A9E-3ED6-4B9A-A112-AB9BEEA2F8B7}" destId="{2CF092C0-AC7C-490F-9545-8BEAFD8C4405}" srcOrd="0" destOrd="0" parTransId="{E7927224-60F6-4FBB-B688-1CF7037AF834}" sibTransId="{1B3A2C57-DB78-4D97-B5B3-65103C040E9B}"/>
    <dgm:cxn modelId="{CC40672F-493F-4383-8007-C4B97F695536}" type="presOf" srcId="{B7E2EE65-3C4F-41B9-83EA-43224B8654A2}" destId="{5F4AEBB2-FBD7-45BD-9FAD-0E1FE7D91016}" srcOrd="0" destOrd="0" presId="urn:microsoft.com/office/officeart/2005/8/layout/default"/>
    <dgm:cxn modelId="{ADF6F37C-9B08-407A-B57C-9944D9665319}" srcId="{260E7A9E-3ED6-4B9A-A112-AB9BEEA2F8B7}" destId="{D218EF75-9888-402B-A937-BC1557CC10FE}" srcOrd="2" destOrd="0" parTransId="{0825EC62-05F3-42AE-A2FA-B95CE681269E}" sibTransId="{225B7622-F1F3-4BAB-B5F6-9408DE28210F}"/>
    <dgm:cxn modelId="{E1AF2C9A-DCA9-4732-9C24-864514C2A774}" type="presOf" srcId="{2CF092C0-AC7C-490F-9545-8BEAFD8C4405}" destId="{287F9B4F-FD09-478F-9656-06126F4748BC}" srcOrd="0" destOrd="0" presId="urn:microsoft.com/office/officeart/2005/8/layout/default"/>
    <dgm:cxn modelId="{290E7DBA-7259-497D-AA34-8FEA7F659271}" type="presOf" srcId="{D218EF75-9888-402B-A937-BC1557CC10FE}" destId="{DF819FF9-4C08-42AB-B2F8-EBB38EFDED0C}" srcOrd="0" destOrd="0" presId="urn:microsoft.com/office/officeart/2005/8/layout/default"/>
    <dgm:cxn modelId="{2E13E6BA-2976-4F5A-90C5-E8E2E02B5E0A}" srcId="{260E7A9E-3ED6-4B9A-A112-AB9BEEA2F8B7}" destId="{B7E2EE65-3C4F-41B9-83EA-43224B8654A2}" srcOrd="1" destOrd="0" parTransId="{58701F3B-23F1-4D1F-AA14-6688335EA6E2}" sibTransId="{73360E80-3BBE-4671-AF1D-3BF0F7A7F8A5}"/>
    <dgm:cxn modelId="{7F9318B8-A985-412F-B470-79BA0FF0F20C}" type="presParOf" srcId="{872EF81D-C3D9-478F-8FED-E48CFD4705B2}" destId="{287F9B4F-FD09-478F-9656-06126F4748BC}" srcOrd="0" destOrd="0" presId="urn:microsoft.com/office/officeart/2005/8/layout/default"/>
    <dgm:cxn modelId="{9EA6F783-49CF-47CC-B35B-7642E9046BB1}" type="presParOf" srcId="{872EF81D-C3D9-478F-8FED-E48CFD4705B2}" destId="{DE8A682E-0523-4EE2-868E-819C509E6890}" srcOrd="1" destOrd="0" presId="urn:microsoft.com/office/officeart/2005/8/layout/default"/>
    <dgm:cxn modelId="{04C2809A-6D66-4AC7-B1D0-CF91BE4DAA3E}" type="presParOf" srcId="{872EF81D-C3D9-478F-8FED-E48CFD4705B2}" destId="{5F4AEBB2-FBD7-45BD-9FAD-0E1FE7D91016}" srcOrd="2" destOrd="0" presId="urn:microsoft.com/office/officeart/2005/8/layout/default"/>
    <dgm:cxn modelId="{7B88338C-A912-4944-8B96-DC6339B8A8C1}" type="presParOf" srcId="{872EF81D-C3D9-478F-8FED-E48CFD4705B2}" destId="{014CE4FE-994C-48DF-BEFB-F7B8512710BD}" srcOrd="3" destOrd="0" presId="urn:microsoft.com/office/officeart/2005/8/layout/default"/>
    <dgm:cxn modelId="{3A14AEB1-EAC2-4FF9-864D-D88BC8A6BAD8}" type="presParOf" srcId="{872EF81D-C3D9-478F-8FED-E48CFD4705B2}" destId="{DF819FF9-4C08-42AB-B2F8-EBB38EFDED0C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D715803-6365-41DA-A2B8-3295BAF07518}" type="doc">
      <dgm:prSet loTypeId="urn:microsoft.com/office/officeart/2005/8/layout/lProcess3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12C359-898A-4204-97CC-FDC4939B26FB}">
      <dgm:prSet phldrT="[Text]" custT="1"/>
      <dgm:spPr/>
      <dgm:t>
        <a:bodyPr/>
        <a:lstStyle/>
        <a:p>
          <a:r>
            <a:rPr lang="en-US" sz="1400" b="1" dirty="0" err="1">
              <a:solidFill>
                <a:schemeClr val="tx2"/>
              </a:solidFill>
            </a:rPr>
            <a:t>Tidak</a:t>
          </a:r>
          <a:r>
            <a:rPr lang="en-US" sz="1400" b="1" dirty="0">
              <a:solidFill>
                <a:schemeClr val="tx2"/>
              </a:solidFill>
            </a:rPr>
            <a:t> </a:t>
          </a:r>
          <a:r>
            <a:rPr lang="en-US" sz="1400" b="1" dirty="0" err="1">
              <a:solidFill>
                <a:schemeClr val="tx2"/>
              </a:solidFill>
            </a:rPr>
            <a:t>semua</a:t>
          </a:r>
          <a:r>
            <a:rPr lang="en-US" sz="1400" b="1" dirty="0">
              <a:solidFill>
                <a:schemeClr val="tx2"/>
              </a:solidFill>
            </a:rPr>
            <a:t> </a:t>
          </a:r>
          <a:r>
            <a:rPr lang="en-US" sz="1400" b="1" dirty="0" err="1">
              <a:solidFill>
                <a:schemeClr val="tx2"/>
              </a:solidFill>
            </a:rPr>
            <a:t>efek</a:t>
          </a:r>
          <a:r>
            <a:rPr lang="en-US" sz="1400" b="1" dirty="0">
              <a:solidFill>
                <a:schemeClr val="tx2"/>
              </a:solidFill>
            </a:rPr>
            <a:t> genetic </a:t>
          </a:r>
          <a:r>
            <a:rPr lang="en-US" sz="1400" b="1" dirty="0" err="1">
              <a:solidFill>
                <a:schemeClr val="tx2"/>
              </a:solidFill>
            </a:rPr>
            <a:t>muncul</a:t>
          </a:r>
          <a:r>
            <a:rPr lang="en-US" sz="1400" b="1" dirty="0">
              <a:solidFill>
                <a:schemeClr val="tx2"/>
              </a:solidFill>
            </a:rPr>
            <a:t> </a:t>
          </a:r>
          <a:r>
            <a:rPr lang="en-US" sz="1400" b="1" dirty="0" err="1">
              <a:solidFill>
                <a:schemeClr val="tx2"/>
              </a:solidFill>
            </a:rPr>
            <a:t>atau</a:t>
          </a:r>
          <a:r>
            <a:rPr lang="en-US" sz="1400" b="1" dirty="0">
              <a:solidFill>
                <a:schemeClr val="tx2"/>
              </a:solidFill>
            </a:rPr>
            <a:t> </a:t>
          </a:r>
          <a:r>
            <a:rPr lang="en-US" sz="1400" b="1" dirty="0" err="1">
              <a:solidFill>
                <a:schemeClr val="tx2"/>
              </a:solidFill>
            </a:rPr>
            <a:t>terlihat</a:t>
          </a:r>
          <a:r>
            <a:rPr lang="en-US" sz="1400" b="1" dirty="0">
              <a:solidFill>
                <a:schemeClr val="tx2"/>
              </a:solidFill>
            </a:rPr>
            <a:t> </a:t>
          </a:r>
          <a:r>
            <a:rPr lang="en-US" sz="1400" b="1" dirty="0" err="1">
              <a:solidFill>
                <a:schemeClr val="tx2"/>
              </a:solidFill>
            </a:rPr>
            <a:t>saat</a:t>
          </a:r>
          <a:r>
            <a:rPr lang="en-US" sz="1400" b="1" dirty="0">
              <a:solidFill>
                <a:schemeClr val="tx2"/>
              </a:solidFill>
            </a:rPr>
            <a:t> </a:t>
          </a:r>
          <a:r>
            <a:rPr lang="en-US" sz="1400" b="1" dirty="0" err="1">
              <a:solidFill>
                <a:schemeClr val="tx2"/>
              </a:solidFill>
            </a:rPr>
            <a:t>kelahiran</a:t>
          </a:r>
          <a:r>
            <a:rPr lang="en-US" sz="1400" b="1" dirty="0">
              <a:solidFill>
                <a:schemeClr val="tx2"/>
              </a:solidFill>
            </a:rPr>
            <a:t>.</a:t>
          </a:r>
        </a:p>
      </dgm:t>
    </dgm:pt>
    <dgm:pt modelId="{26630693-5961-4419-8F5F-AE5A839113F5}" type="parTrans" cxnId="{07A3F577-C3BB-46AB-BE6F-53DD886FD514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99EB3D20-7303-4E6A-968C-A8D2690CD4A5}" type="sibTrans" cxnId="{07A3F577-C3BB-46AB-BE6F-53DD886FD514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0092CAC6-1426-49A7-A54E-84283C33D933}">
      <dgm:prSet phldrT="[Text]" custT="1"/>
      <dgm:spPr/>
      <dgm:t>
        <a:bodyPr/>
        <a:lstStyle/>
        <a:p>
          <a:r>
            <a:rPr lang="en-US" sz="1600" b="1" dirty="0" err="1">
              <a:solidFill>
                <a:schemeClr val="tx2"/>
              </a:solidFill>
            </a:rPr>
            <a:t>Pengaruh</a:t>
          </a:r>
          <a:r>
            <a:rPr lang="en-US" sz="1600" b="1" dirty="0">
              <a:solidFill>
                <a:schemeClr val="tx2"/>
              </a:solidFill>
            </a:rPr>
            <a:t> genetic </a:t>
          </a:r>
          <a:r>
            <a:rPr lang="en-US" sz="1600" b="1" dirty="0" err="1">
              <a:solidFill>
                <a:schemeClr val="tx2"/>
              </a:solidFill>
            </a:rPr>
            <a:t>terus</a:t>
          </a:r>
          <a:r>
            <a:rPr lang="en-US" sz="1600" b="1" dirty="0">
              <a:solidFill>
                <a:schemeClr val="tx2"/>
              </a:solidFill>
            </a:rPr>
            <a:t> </a:t>
          </a:r>
          <a:r>
            <a:rPr lang="en-US" sz="1600" b="1" dirty="0" err="1">
              <a:solidFill>
                <a:schemeClr val="tx2"/>
              </a:solidFill>
            </a:rPr>
            <a:t>berjalan</a:t>
          </a:r>
          <a:r>
            <a:rPr lang="en-US" sz="1600" b="1" dirty="0">
              <a:solidFill>
                <a:schemeClr val="tx2"/>
              </a:solidFill>
            </a:rPr>
            <a:t> </a:t>
          </a:r>
          <a:r>
            <a:rPr lang="en-US" sz="1600" b="1" dirty="0" err="1">
              <a:solidFill>
                <a:schemeClr val="tx2"/>
              </a:solidFill>
            </a:rPr>
            <a:t>sepanjang</a:t>
          </a:r>
          <a:r>
            <a:rPr lang="en-US" sz="1600" b="1" dirty="0">
              <a:solidFill>
                <a:schemeClr val="tx2"/>
              </a:solidFill>
            </a:rPr>
            <a:t> </a:t>
          </a:r>
          <a:r>
            <a:rPr lang="en-US" sz="1600" b="1" dirty="0" err="1">
              <a:solidFill>
                <a:schemeClr val="tx2"/>
              </a:solidFill>
            </a:rPr>
            <a:t>kehidupan</a:t>
          </a:r>
          <a:endParaRPr lang="en-US" sz="1600" b="1" dirty="0">
            <a:solidFill>
              <a:schemeClr val="tx2"/>
            </a:solidFill>
          </a:endParaRPr>
        </a:p>
      </dgm:t>
    </dgm:pt>
    <dgm:pt modelId="{91F283A7-61AB-4E14-9ABC-E63DFD57725E}" type="parTrans" cxnId="{23EF74BC-3938-4E8B-87DC-B08988B4C4AA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2E307A8E-B020-4D64-A09C-0CFAA21F75A8}" type="sibTrans" cxnId="{23EF74BC-3938-4E8B-87DC-B08988B4C4AA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FCADCAC5-3692-424A-A750-DBFDC26FDF1D}">
      <dgm:prSet phldrT="[Text]" custT="1"/>
      <dgm:spPr/>
      <dgm:t>
        <a:bodyPr/>
        <a:lstStyle/>
        <a:p>
          <a:r>
            <a:rPr lang="en-US" sz="1400" b="1" dirty="0">
              <a:solidFill>
                <a:schemeClr val="tx2"/>
              </a:solidFill>
            </a:rPr>
            <a:t>Orang </a:t>
          </a:r>
          <a:r>
            <a:rPr lang="en-US" sz="1400" b="1" dirty="0" err="1">
              <a:solidFill>
                <a:schemeClr val="tx2"/>
              </a:solidFill>
            </a:rPr>
            <a:t>sering</a:t>
          </a:r>
          <a:r>
            <a:rPr lang="en-US" sz="1400" b="1" dirty="0">
              <a:solidFill>
                <a:schemeClr val="tx2"/>
              </a:solidFill>
            </a:rPr>
            <a:t> </a:t>
          </a:r>
          <a:r>
            <a:rPr lang="en-US" sz="1400" b="1" dirty="0" err="1">
              <a:solidFill>
                <a:schemeClr val="tx2"/>
              </a:solidFill>
            </a:rPr>
            <a:t>tidak</a:t>
          </a:r>
          <a:r>
            <a:rPr lang="en-US" sz="1400" b="1" dirty="0">
              <a:solidFill>
                <a:schemeClr val="tx2"/>
              </a:solidFill>
            </a:rPr>
            <a:t> </a:t>
          </a:r>
          <a:r>
            <a:rPr lang="en-US" sz="1400" b="1" dirty="0" err="1">
              <a:solidFill>
                <a:schemeClr val="tx2"/>
              </a:solidFill>
            </a:rPr>
            <a:t>menyadari</a:t>
          </a:r>
          <a:r>
            <a:rPr lang="en-US" sz="1400" b="1" dirty="0">
              <a:solidFill>
                <a:schemeClr val="tx2"/>
              </a:solidFill>
            </a:rPr>
            <a:t> </a:t>
          </a:r>
          <a:r>
            <a:rPr lang="en-US" sz="1400" b="1" dirty="0" err="1">
              <a:solidFill>
                <a:schemeClr val="tx2"/>
              </a:solidFill>
            </a:rPr>
            <a:t>bahwa</a:t>
          </a:r>
          <a:r>
            <a:rPr lang="en-US" sz="1400" b="1" dirty="0">
              <a:solidFill>
                <a:schemeClr val="tx2"/>
              </a:solidFill>
            </a:rPr>
            <a:t> </a:t>
          </a:r>
          <a:r>
            <a:rPr lang="en-US" sz="1400" b="1" dirty="0" err="1">
              <a:solidFill>
                <a:schemeClr val="tx2"/>
              </a:solidFill>
            </a:rPr>
            <a:t>sebenarnya</a:t>
          </a:r>
          <a:r>
            <a:rPr lang="en-US" sz="1400" b="1" dirty="0">
              <a:solidFill>
                <a:schemeClr val="tx2"/>
              </a:solidFill>
            </a:rPr>
            <a:t> </a:t>
          </a:r>
          <a:r>
            <a:rPr lang="en-US" sz="1400" b="1" dirty="0" err="1">
              <a:solidFill>
                <a:schemeClr val="tx2"/>
              </a:solidFill>
            </a:rPr>
            <a:t>terdapat</a:t>
          </a:r>
          <a:r>
            <a:rPr lang="en-US" sz="1400" b="1" dirty="0">
              <a:solidFill>
                <a:schemeClr val="tx2"/>
              </a:solidFill>
            </a:rPr>
            <a:t> </a:t>
          </a:r>
          <a:r>
            <a:rPr lang="en-US" sz="1400" b="1" dirty="0" err="1">
              <a:solidFill>
                <a:schemeClr val="tx2"/>
              </a:solidFill>
            </a:rPr>
            <a:t>kelainan</a:t>
          </a:r>
          <a:r>
            <a:rPr lang="en-US" sz="1400" b="1" dirty="0">
              <a:solidFill>
                <a:schemeClr val="tx2"/>
              </a:solidFill>
            </a:rPr>
            <a:t> gen </a:t>
          </a:r>
          <a:r>
            <a:rPr lang="en-US" sz="1400" b="1" dirty="0" err="1">
              <a:solidFill>
                <a:schemeClr val="tx2"/>
              </a:solidFill>
            </a:rPr>
            <a:t>dalam</a:t>
          </a:r>
          <a:r>
            <a:rPr lang="en-US" sz="1400" b="1" dirty="0">
              <a:solidFill>
                <a:schemeClr val="tx2"/>
              </a:solidFill>
            </a:rPr>
            <a:t> </a:t>
          </a:r>
          <a:r>
            <a:rPr lang="en-US" sz="1400" b="1" dirty="0" err="1">
              <a:solidFill>
                <a:schemeClr val="tx2"/>
              </a:solidFill>
            </a:rPr>
            <a:t>dirinya</a:t>
          </a:r>
          <a:endParaRPr lang="en-US" sz="1400" b="1" dirty="0">
            <a:solidFill>
              <a:schemeClr val="tx2"/>
            </a:solidFill>
          </a:endParaRPr>
        </a:p>
      </dgm:t>
    </dgm:pt>
    <dgm:pt modelId="{A24BD78F-D4FB-44BE-8414-12AC0270DB69}" type="parTrans" cxnId="{429D7579-4E1B-49DA-AC6C-FED78CAA3C8C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659A0442-8CFA-44B5-9BEB-938BC8DE6112}" type="sibTrans" cxnId="{429D7579-4E1B-49DA-AC6C-FED78CAA3C8C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C3091108-F6DC-4CCE-BDEC-A09D81613AFF}">
      <dgm:prSet phldrT="[Text]" custT="1"/>
      <dgm:spPr/>
      <dgm:t>
        <a:bodyPr/>
        <a:lstStyle/>
        <a:p>
          <a:r>
            <a:rPr lang="en-US" sz="1400" b="1" dirty="0" err="1">
              <a:solidFill>
                <a:schemeClr val="tx2"/>
              </a:solidFill>
            </a:rPr>
            <a:t>Kelainan</a:t>
          </a:r>
          <a:r>
            <a:rPr lang="en-US" sz="1400" b="1" dirty="0">
              <a:solidFill>
                <a:schemeClr val="tx2"/>
              </a:solidFill>
            </a:rPr>
            <a:t> genetic </a:t>
          </a:r>
          <a:r>
            <a:rPr lang="en-US" sz="1400" b="1" dirty="0" err="1">
              <a:solidFill>
                <a:schemeClr val="tx2"/>
              </a:solidFill>
            </a:rPr>
            <a:t>lazim</a:t>
          </a:r>
          <a:r>
            <a:rPr lang="en-US" sz="1400" b="1" dirty="0">
              <a:solidFill>
                <a:schemeClr val="tx2"/>
              </a:solidFill>
            </a:rPr>
            <a:t> </a:t>
          </a:r>
          <a:r>
            <a:rPr lang="en-US" sz="1400" b="1" dirty="0" err="1">
              <a:solidFill>
                <a:schemeClr val="tx2"/>
              </a:solidFill>
            </a:rPr>
            <a:t>dikenal</a:t>
          </a:r>
          <a:r>
            <a:rPr lang="en-US" sz="1400" b="1" dirty="0">
              <a:solidFill>
                <a:schemeClr val="tx2"/>
              </a:solidFill>
            </a:rPr>
            <a:t> </a:t>
          </a:r>
          <a:r>
            <a:rPr lang="en-US" sz="1400" b="1" dirty="0" err="1">
              <a:solidFill>
                <a:schemeClr val="tx2"/>
              </a:solidFill>
            </a:rPr>
            <a:t>dengan</a:t>
          </a:r>
          <a:r>
            <a:rPr lang="en-US" sz="1400" b="1" dirty="0">
              <a:solidFill>
                <a:schemeClr val="tx2"/>
              </a:solidFill>
            </a:rPr>
            <a:t> </a:t>
          </a:r>
          <a:r>
            <a:rPr lang="en-US" sz="1400" b="1" dirty="0" err="1">
              <a:solidFill>
                <a:schemeClr val="tx2"/>
              </a:solidFill>
            </a:rPr>
            <a:t>abnormalitas</a:t>
          </a:r>
          <a:r>
            <a:rPr lang="en-US" sz="1400" b="1" dirty="0">
              <a:solidFill>
                <a:schemeClr val="tx2"/>
              </a:solidFill>
            </a:rPr>
            <a:t> gen</a:t>
          </a:r>
        </a:p>
      </dgm:t>
    </dgm:pt>
    <dgm:pt modelId="{4318C301-0143-4E88-B312-8160161EF8E2}" type="parTrans" cxnId="{A6285E2C-B77D-4427-8109-83A67147E41B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1F5C3853-596B-4EE1-BC5F-586CFBF42A67}" type="sibTrans" cxnId="{A6285E2C-B77D-4427-8109-83A67147E41B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1837B84E-8375-423D-8034-B360A2979F7B}">
      <dgm:prSet phldrT="[Text]" custT="1"/>
      <dgm:spPr/>
      <dgm:t>
        <a:bodyPr/>
        <a:lstStyle/>
        <a:p>
          <a:r>
            <a:rPr lang="en-US" sz="1100" b="1" dirty="0" err="1">
              <a:solidFill>
                <a:schemeClr val="tx2"/>
              </a:solidFill>
            </a:rPr>
            <a:t>Terjadi</a:t>
          </a:r>
          <a:r>
            <a:rPr lang="en-US" sz="1100" b="1" dirty="0">
              <a:solidFill>
                <a:schemeClr val="tx2"/>
              </a:solidFill>
            </a:rPr>
            <a:t> </a:t>
          </a:r>
          <a:r>
            <a:rPr lang="en-US" sz="1100" b="1" dirty="0" err="1">
              <a:solidFill>
                <a:schemeClr val="tx2"/>
              </a:solidFill>
            </a:rPr>
            <a:t>ketika</a:t>
          </a:r>
          <a:r>
            <a:rPr lang="en-US" sz="1100" b="1" dirty="0">
              <a:solidFill>
                <a:schemeClr val="tx2"/>
              </a:solidFill>
            </a:rPr>
            <a:t> </a:t>
          </a:r>
          <a:r>
            <a:rPr lang="en-US" sz="1100" b="1" dirty="0" err="1">
              <a:solidFill>
                <a:schemeClr val="tx2"/>
              </a:solidFill>
            </a:rPr>
            <a:t>kromosom</a:t>
          </a:r>
          <a:r>
            <a:rPr lang="en-US" sz="1100" b="1" dirty="0">
              <a:solidFill>
                <a:schemeClr val="tx2"/>
              </a:solidFill>
            </a:rPr>
            <a:t> </a:t>
          </a:r>
          <a:r>
            <a:rPr lang="en-US" sz="1100" b="1" dirty="0" err="1">
              <a:solidFill>
                <a:schemeClr val="tx2"/>
              </a:solidFill>
            </a:rPr>
            <a:t>tidak</a:t>
          </a:r>
          <a:r>
            <a:rPr lang="en-US" sz="1100" b="1" dirty="0">
              <a:solidFill>
                <a:schemeClr val="tx2"/>
              </a:solidFill>
            </a:rPr>
            <a:t> </a:t>
          </a:r>
          <a:r>
            <a:rPr lang="en-US" sz="1100" b="1" dirty="0" err="1">
              <a:solidFill>
                <a:schemeClr val="tx2"/>
              </a:solidFill>
            </a:rPr>
            <a:t>memiliki</a:t>
          </a:r>
          <a:r>
            <a:rPr lang="en-US" sz="1100" b="1" dirty="0">
              <a:solidFill>
                <a:schemeClr val="tx2"/>
              </a:solidFill>
            </a:rPr>
            <a:t> </a:t>
          </a:r>
          <a:r>
            <a:rPr lang="en-US" sz="1100" b="1" dirty="0" err="1">
              <a:solidFill>
                <a:schemeClr val="tx2"/>
              </a:solidFill>
            </a:rPr>
            <a:t>pasangan</a:t>
          </a:r>
          <a:r>
            <a:rPr lang="en-US" sz="1100" b="1" dirty="0">
              <a:solidFill>
                <a:schemeClr val="tx2"/>
              </a:solidFill>
            </a:rPr>
            <a:t> (</a:t>
          </a:r>
          <a:r>
            <a:rPr lang="en-US" sz="1100" b="1" dirty="0" err="1">
              <a:solidFill>
                <a:schemeClr val="tx2"/>
              </a:solidFill>
            </a:rPr>
            <a:t>tunggal</a:t>
          </a:r>
          <a:r>
            <a:rPr lang="en-US" sz="1100" b="1" dirty="0">
              <a:solidFill>
                <a:schemeClr val="tx2"/>
              </a:solidFill>
            </a:rPr>
            <a:t>) </a:t>
          </a:r>
          <a:r>
            <a:rPr lang="en-US" sz="1100" b="1" dirty="0" err="1">
              <a:solidFill>
                <a:schemeClr val="tx2"/>
              </a:solidFill>
            </a:rPr>
            <a:t>atau</a:t>
          </a:r>
          <a:r>
            <a:rPr lang="en-US" sz="1100" b="1" dirty="0">
              <a:solidFill>
                <a:schemeClr val="tx2"/>
              </a:solidFill>
            </a:rPr>
            <a:t> </a:t>
          </a:r>
          <a:r>
            <a:rPr lang="en-US" sz="1100" b="1" dirty="0" err="1">
              <a:solidFill>
                <a:schemeClr val="tx2"/>
              </a:solidFill>
            </a:rPr>
            <a:t>sebagian</a:t>
          </a:r>
          <a:r>
            <a:rPr lang="en-US" sz="1100" b="1" dirty="0">
              <a:solidFill>
                <a:schemeClr val="tx2"/>
              </a:solidFill>
            </a:rPr>
            <a:t> </a:t>
          </a:r>
          <a:r>
            <a:rPr lang="en-US" sz="1100" b="1" dirty="0" err="1">
              <a:solidFill>
                <a:schemeClr val="tx2"/>
              </a:solidFill>
            </a:rPr>
            <a:t>kromosom</a:t>
          </a:r>
          <a:r>
            <a:rPr lang="en-US" sz="1100" b="1" dirty="0">
              <a:solidFill>
                <a:schemeClr val="tx2"/>
              </a:solidFill>
            </a:rPr>
            <a:t> </a:t>
          </a:r>
          <a:r>
            <a:rPr lang="en-US" sz="1100" b="1" dirty="0" err="1">
              <a:solidFill>
                <a:schemeClr val="tx2"/>
              </a:solidFill>
            </a:rPr>
            <a:t>hilang</a:t>
          </a:r>
          <a:r>
            <a:rPr lang="en-US" sz="1100" b="1" dirty="0">
              <a:solidFill>
                <a:schemeClr val="tx2"/>
              </a:solidFill>
            </a:rPr>
            <a:t>, </a:t>
          </a:r>
          <a:r>
            <a:rPr lang="en-US" sz="1100" b="1" dirty="0" err="1">
              <a:solidFill>
                <a:schemeClr val="tx2"/>
              </a:solidFill>
            </a:rPr>
            <a:t>mengalami</a:t>
          </a:r>
          <a:r>
            <a:rPr lang="en-US" sz="1100" b="1" dirty="0">
              <a:solidFill>
                <a:schemeClr val="tx2"/>
              </a:solidFill>
            </a:rPr>
            <a:t> </a:t>
          </a:r>
          <a:r>
            <a:rPr lang="en-US" sz="1100" b="1" dirty="0" err="1">
              <a:solidFill>
                <a:schemeClr val="tx2"/>
              </a:solidFill>
            </a:rPr>
            <a:t>duplikasi</a:t>
          </a:r>
          <a:r>
            <a:rPr lang="en-US" sz="1100" b="1" dirty="0">
              <a:solidFill>
                <a:schemeClr val="tx2"/>
              </a:solidFill>
            </a:rPr>
            <a:t> (</a:t>
          </a:r>
          <a:r>
            <a:rPr lang="en-US" sz="1100" b="1" dirty="0" err="1">
              <a:solidFill>
                <a:schemeClr val="tx2"/>
              </a:solidFill>
            </a:rPr>
            <a:t>kelipatan</a:t>
          </a:r>
          <a:r>
            <a:rPr lang="en-US" sz="1100" b="1" dirty="0">
              <a:solidFill>
                <a:schemeClr val="tx2"/>
              </a:solidFill>
            </a:rPr>
            <a:t>) </a:t>
          </a:r>
          <a:r>
            <a:rPr lang="en-US" sz="1100" b="1" dirty="0" err="1">
              <a:solidFill>
                <a:schemeClr val="tx2"/>
              </a:solidFill>
            </a:rPr>
            <a:t>atau</a:t>
          </a:r>
          <a:r>
            <a:rPr lang="en-US" sz="1100" b="1" dirty="0">
              <a:solidFill>
                <a:schemeClr val="tx2"/>
              </a:solidFill>
            </a:rPr>
            <a:t> </a:t>
          </a:r>
          <a:r>
            <a:rPr lang="en-US" sz="1100" b="1" dirty="0" err="1">
              <a:solidFill>
                <a:schemeClr val="tx2"/>
              </a:solidFill>
            </a:rPr>
            <a:t>salah</a:t>
          </a:r>
          <a:r>
            <a:rPr lang="en-US" sz="1100" b="1" dirty="0">
              <a:solidFill>
                <a:schemeClr val="tx2"/>
              </a:solidFill>
            </a:rPr>
            <a:t> (</a:t>
          </a:r>
          <a:r>
            <a:rPr lang="en-US" sz="1100" b="1" dirty="0" err="1">
              <a:solidFill>
                <a:schemeClr val="tx2"/>
              </a:solidFill>
            </a:rPr>
            <a:t>keluar</a:t>
          </a:r>
          <a:r>
            <a:rPr lang="en-US" sz="1100" b="1" dirty="0">
              <a:solidFill>
                <a:schemeClr val="tx2"/>
              </a:solidFill>
            </a:rPr>
            <a:t>) </a:t>
          </a:r>
          <a:r>
            <a:rPr lang="en-US" sz="1100" b="1" dirty="0" err="1">
              <a:solidFill>
                <a:schemeClr val="tx2"/>
              </a:solidFill>
            </a:rPr>
            <a:t>dari</a:t>
          </a:r>
          <a:r>
            <a:rPr lang="en-US" sz="1100" b="1" dirty="0">
              <a:solidFill>
                <a:schemeClr val="tx2"/>
              </a:solidFill>
            </a:rPr>
            <a:t> </a:t>
          </a:r>
          <a:r>
            <a:rPr lang="en-US" sz="1100" b="1" dirty="0" err="1">
              <a:solidFill>
                <a:schemeClr val="tx2"/>
              </a:solidFill>
            </a:rPr>
            <a:t>tempatnya</a:t>
          </a:r>
          <a:r>
            <a:rPr lang="en-US" sz="1100" b="1" dirty="0">
              <a:solidFill>
                <a:schemeClr val="tx2"/>
              </a:solidFill>
            </a:rPr>
            <a:t>.</a:t>
          </a:r>
        </a:p>
      </dgm:t>
    </dgm:pt>
    <dgm:pt modelId="{CEE774FD-3196-42F5-80E2-A733D9B1BFE6}" type="parTrans" cxnId="{467F0018-295E-4AA9-9834-A7CA0EDC5BBE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2BA5727A-4EB9-4495-9805-E74A447A2EE7}" type="sibTrans" cxnId="{467F0018-295E-4AA9-9834-A7CA0EDC5BBE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E85310C9-0A35-402B-96C9-CC53A89F540E}">
      <dgm:prSet phldrT="[Text]" custT="1"/>
      <dgm:spPr/>
      <dgm:t>
        <a:bodyPr/>
        <a:lstStyle/>
        <a:p>
          <a:r>
            <a:rPr lang="en-US" sz="1400" b="1" dirty="0" err="1">
              <a:solidFill>
                <a:schemeClr val="tx2"/>
              </a:solidFill>
            </a:rPr>
            <a:t>Abnormalitas</a:t>
          </a:r>
          <a:r>
            <a:rPr lang="en-US" sz="1400" b="1" dirty="0">
              <a:solidFill>
                <a:schemeClr val="tx2"/>
              </a:solidFill>
            </a:rPr>
            <a:t> yang paling </a:t>
          </a:r>
          <a:r>
            <a:rPr lang="en-US" sz="1400" b="1" dirty="0" err="1">
              <a:solidFill>
                <a:schemeClr val="tx2"/>
              </a:solidFill>
            </a:rPr>
            <a:t>mudah</a:t>
          </a:r>
          <a:r>
            <a:rPr lang="en-US" sz="1400" b="1" dirty="0">
              <a:solidFill>
                <a:schemeClr val="tx2"/>
              </a:solidFill>
            </a:rPr>
            <a:t> </a:t>
          </a:r>
          <a:r>
            <a:rPr lang="en-US" sz="1400" b="1" dirty="0" err="1">
              <a:solidFill>
                <a:schemeClr val="tx2"/>
              </a:solidFill>
            </a:rPr>
            <a:t>dikenali</a:t>
          </a:r>
          <a:r>
            <a:rPr lang="en-US" sz="1400" b="1" dirty="0">
              <a:solidFill>
                <a:schemeClr val="tx2"/>
              </a:solidFill>
            </a:rPr>
            <a:t> </a:t>
          </a:r>
          <a:r>
            <a:rPr lang="en-US" sz="1400" b="1" dirty="0" err="1">
              <a:solidFill>
                <a:schemeClr val="tx2"/>
              </a:solidFill>
            </a:rPr>
            <a:t>adalah</a:t>
          </a:r>
          <a:r>
            <a:rPr lang="en-US" sz="1400" b="1" dirty="0">
              <a:solidFill>
                <a:schemeClr val="tx2"/>
              </a:solidFill>
            </a:rPr>
            <a:t> </a:t>
          </a:r>
          <a:r>
            <a:rPr lang="en-US" sz="1400" b="1" dirty="0" err="1">
              <a:solidFill>
                <a:schemeClr val="tx2"/>
              </a:solidFill>
            </a:rPr>
            <a:t>Sindroma</a:t>
          </a:r>
          <a:r>
            <a:rPr lang="en-US" sz="1400" b="1" dirty="0">
              <a:solidFill>
                <a:schemeClr val="tx2"/>
              </a:solidFill>
            </a:rPr>
            <a:t> Down </a:t>
          </a:r>
          <a:r>
            <a:rPr lang="en-US" sz="1400" b="1" dirty="0" err="1">
              <a:solidFill>
                <a:schemeClr val="tx2"/>
              </a:solidFill>
            </a:rPr>
            <a:t>atau</a:t>
          </a:r>
          <a:r>
            <a:rPr lang="en-US" sz="1400" b="1" dirty="0">
              <a:solidFill>
                <a:schemeClr val="tx2"/>
              </a:solidFill>
            </a:rPr>
            <a:t> Down’s </a:t>
          </a:r>
          <a:r>
            <a:rPr lang="en-US" sz="1400" b="1" dirty="0" err="1">
              <a:solidFill>
                <a:schemeClr val="tx2"/>
              </a:solidFill>
            </a:rPr>
            <a:t>Syndrom</a:t>
          </a:r>
          <a:r>
            <a:rPr lang="en-US" sz="1400" b="1" dirty="0">
              <a:solidFill>
                <a:schemeClr val="tx2"/>
              </a:solidFill>
            </a:rPr>
            <a:t>.</a:t>
          </a:r>
        </a:p>
      </dgm:t>
    </dgm:pt>
    <dgm:pt modelId="{368BA97E-A5D4-4A07-825B-821D950E504A}" type="parTrans" cxnId="{153E26B3-AADB-492A-90FB-E749ED8D3AC9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5C6FBEFB-167E-4F63-90C2-000FA11975D6}" type="sibTrans" cxnId="{153E26B3-AADB-492A-90FB-E749ED8D3AC9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7E857A3B-A8EA-4D33-88D1-B42364F31C2E}" type="pres">
      <dgm:prSet presAssocID="{2D715803-6365-41DA-A2B8-3295BAF07518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A84E9AEC-1176-464E-8CBA-A47B0B695E63}" type="pres">
      <dgm:prSet presAssocID="{8312C359-898A-4204-97CC-FDC4939B26FB}" presName="horFlow" presStyleCnt="0"/>
      <dgm:spPr/>
    </dgm:pt>
    <dgm:pt modelId="{D9239809-0B8F-41A6-A1A2-F15399CCFAFE}" type="pres">
      <dgm:prSet presAssocID="{8312C359-898A-4204-97CC-FDC4939B26FB}" presName="bigChev" presStyleLbl="node1" presStyleIdx="0" presStyleCnt="2"/>
      <dgm:spPr/>
    </dgm:pt>
    <dgm:pt modelId="{EF2B903E-9763-4A99-81B6-17FE58336E04}" type="pres">
      <dgm:prSet presAssocID="{91F283A7-61AB-4E14-9ABC-E63DFD57725E}" presName="parTrans" presStyleCnt="0"/>
      <dgm:spPr/>
    </dgm:pt>
    <dgm:pt modelId="{5579FFA3-8F62-49EE-8A65-741D5A5C303B}" type="pres">
      <dgm:prSet presAssocID="{0092CAC6-1426-49A7-A54E-84283C33D933}" presName="node" presStyleLbl="alignAccFollowNode1" presStyleIdx="0" presStyleCnt="4">
        <dgm:presLayoutVars>
          <dgm:bulletEnabled val="1"/>
        </dgm:presLayoutVars>
      </dgm:prSet>
      <dgm:spPr/>
    </dgm:pt>
    <dgm:pt modelId="{BFB27FDF-5333-4E51-A936-9EBFB499E491}" type="pres">
      <dgm:prSet presAssocID="{2E307A8E-B020-4D64-A09C-0CFAA21F75A8}" presName="sibTrans" presStyleCnt="0"/>
      <dgm:spPr/>
    </dgm:pt>
    <dgm:pt modelId="{74F28DAE-8940-4EEC-838C-E8A358C0A443}" type="pres">
      <dgm:prSet presAssocID="{FCADCAC5-3692-424A-A750-DBFDC26FDF1D}" presName="node" presStyleLbl="alignAccFollowNode1" presStyleIdx="1" presStyleCnt="4">
        <dgm:presLayoutVars>
          <dgm:bulletEnabled val="1"/>
        </dgm:presLayoutVars>
      </dgm:prSet>
      <dgm:spPr/>
    </dgm:pt>
    <dgm:pt modelId="{46B3D9FB-595B-4319-AD45-3483AFDA970E}" type="pres">
      <dgm:prSet presAssocID="{8312C359-898A-4204-97CC-FDC4939B26FB}" presName="vSp" presStyleCnt="0"/>
      <dgm:spPr/>
    </dgm:pt>
    <dgm:pt modelId="{9F364D94-B271-4F59-8DD5-607F692165F2}" type="pres">
      <dgm:prSet presAssocID="{C3091108-F6DC-4CCE-BDEC-A09D81613AFF}" presName="horFlow" presStyleCnt="0"/>
      <dgm:spPr/>
    </dgm:pt>
    <dgm:pt modelId="{5600B0B2-9DBB-4DA6-A4FF-A7C98B88D795}" type="pres">
      <dgm:prSet presAssocID="{C3091108-F6DC-4CCE-BDEC-A09D81613AFF}" presName="bigChev" presStyleLbl="node1" presStyleIdx="1" presStyleCnt="2"/>
      <dgm:spPr/>
    </dgm:pt>
    <dgm:pt modelId="{E6791435-1ABD-48A5-9B1D-B960AE784E1D}" type="pres">
      <dgm:prSet presAssocID="{CEE774FD-3196-42F5-80E2-A733D9B1BFE6}" presName="parTrans" presStyleCnt="0"/>
      <dgm:spPr/>
    </dgm:pt>
    <dgm:pt modelId="{B4661DE0-8F03-486C-8D3A-1D62ABCC0156}" type="pres">
      <dgm:prSet presAssocID="{1837B84E-8375-423D-8034-B360A2979F7B}" presName="node" presStyleLbl="alignAccFollowNode1" presStyleIdx="2" presStyleCnt="4">
        <dgm:presLayoutVars>
          <dgm:bulletEnabled val="1"/>
        </dgm:presLayoutVars>
      </dgm:prSet>
      <dgm:spPr/>
    </dgm:pt>
    <dgm:pt modelId="{CF3B7765-E752-4FD9-A680-E247969F4301}" type="pres">
      <dgm:prSet presAssocID="{2BA5727A-4EB9-4495-9805-E74A447A2EE7}" presName="sibTrans" presStyleCnt="0"/>
      <dgm:spPr/>
    </dgm:pt>
    <dgm:pt modelId="{5961B0BD-5283-4E53-BBCB-D855B9986AA0}" type="pres">
      <dgm:prSet presAssocID="{E85310C9-0A35-402B-96C9-CC53A89F540E}" presName="node" presStyleLbl="alignAccFollowNode1" presStyleIdx="3" presStyleCnt="4" custLinFactNeighborX="12632">
        <dgm:presLayoutVars>
          <dgm:bulletEnabled val="1"/>
        </dgm:presLayoutVars>
      </dgm:prSet>
      <dgm:spPr/>
    </dgm:pt>
  </dgm:ptLst>
  <dgm:cxnLst>
    <dgm:cxn modelId="{467F0018-295E-4AA9-9834-A7CA0EDC5BBE}" srcId="{C3091108-F6DC-4CCE-BDEC-A09D81613AFF}" destId="{1837B84E-8375-423D-8034-B360A2979F7B}" srcOrd="0" destOrd="0" parTransId="{CEE774FD-3196-42F5-80E2-A733D9B1BFE6}" sibTransId="{2BA5727A-4EB9-4495-9805-E74A447A2EE7}"/>
    <dgm:cxn modelId="{A6285E2C-B77D-4427-8109-83A67147E41B}" srcId="{2D715803-6365-41DA-A2B8-3295BAF07518}" destId="{C3091108-F6DC-4CCE-BDEC-A09D81613AFF}" srcOrd="1" destOrd="0" parTransId="{4318C301-0143-4E88-B312-8160161EF8E2}" sibTransId="{1F5C3853-596B-4EE1-BC5F-586CFBF42A67}"/>
    <dgm:cxn modelId="{4B2A566B-3FAE-42F1-AB6C-06F921EDD603}" type="presOf" srcId="{C3091108-F6DC-4CCE-BDEC-A09D81613AFF}" destId="{5600B0B2-9DBB-4DA6-A4FF-A7C98B88D795}" srcOrd="0" destOrd="0" presId="urn:microsoft.com/office/officeart/2005/8/layout/lProcess3"/>
    <dgm:cxn modelId="{255DE954-B5AD-46DD-96F7-C0FBB04D89E6}" type="presOf" srcId="{FCADCAC5-3692-424A-A750-DBFDC26FDF1D}" destId="{74F28DAE-8940-4EEC-838C-E8A358C0A443}" srcOrd="0" destOrd="0" presId="urn:microsoft.com/office/officeart/2005/8/layout/lProcess3"/>
    <dgm:cxn modelId="{07A3F577-C3BB-46AB-BE6F-53DD886FD514}" srcId="{2D715803-6365-41DA-A2B8-3295BAF07518}" destId="{8312C359-898A-4204-97CC-FDC4939B26FB}" srcOrd="0" destOrd="0" parTransId="{26630693-5961-4419-8F5F-AE5A839113F5}" sibTransId="{99EB3D20-7303-4E6A-968C-A8D2690CD4A5}"/>
    <dgm:cxn modelId="{429D7579-4E1B-49DA-AC6C-FED78CAA3C8C}" srcId="{8312C359-898A-4204-97CC-FDC4939B26FB}" destId="{FCADCAC5-3692-424A-A750-DBFDC26FDF1D}" srcOrd="1" destOrd="0" parTransId="{A24BD78F-D4FB-44BE-8414-12AC0270DB69}" sibTransId="{659A0442-8CFA-44B5-9BEB-938BC8DE6112}"/>
    <dgm:cxn modelId="{8BB88291-51BC-4164-82EE-20F8D1924ED7}" type="presOf" srcId="{2D715803-6365-41DA-A2B8-3295BAF07518}" destId="{7E857A3B-A8EA-4D33-88D1-B42364F31C2E}" srcOrd="0" destOrd="0" presId="urn:microsoft.com/office/officeart/2005/8/layout/lProcess3"/>
    <dgm:cxn modelId="{DBEBD293-EEB0-41B1-9CCF-8FD9A85E7E49}" type="presOf" srcId="{8312C359-898A-4204-97CC-FDC4939B26FB}" destId="{D9239809-0B8F-41A6-A1A2-F15399CCFAFE}" srcOrd="0" destOrd="0" presId="urn:microsoft.com/office/officeart/2005/8/layout/lProcess3"/>
    <dgm:cxn modelId="{7D0D97A6-ACCA-4DBD-BE65-7108050AD67B}" type="presOf" srcId="{0092CAC6-1426-49A7-A54E-84283C33D933}" destId="{5579FFA3-8F62-49EE-8A65-741D5A5C303B}" srcOrd="0" destOrd="0" presId="urn:microsoft.com/office/officeart/2005/8/layout/lProcess3"/>
    <dgm:cxn modelId="{E8FD8FB1-4F9E-49F0-8A49-1C27E8ED785A}" type="presOf" srcId="{E85310C9-0A35-402B-96C9-CC53A89F540E}" destId="{5961B0BD-5283-4E53-BBCB-D855B9986AA0}" srcOrd="0" destOrd="0" presId="urn:microsoft.com/office/officeart/2005/8/layout/lProcess3"/>
    <dgm:cxn modelId="{153E26B3-AADB-492A-90FB-E749ED8D3AC9}" srcId="{C3091108-F6DC-4CCE-BDEC-A09D81613AFF}" destId="{E85310C9-0A35-402B-96C9-CC53A89F540E}" srcOrd="1" destOrd="0" parTransId="{368BA97E-A5D4-4A07-825B-821D950E504A}" sibTransId="{5C6FBEFB-167E-4F63-90C2-000FA11975D6}"/>
    <dgm:cxn modelId="{23EF74BC-3938-4E8B-87DC-B08988B4C4AA}" srcId="{8312C359-898A-4204-97CC-FDC4939B26FB}" destId="{0092CAC6-1426-49A7-A54E-84283C33D933}" srcOrd="0" destOrd="0" parTransId="{91F283A7-61AB-4E14-9ABC-E63DFD57725E}" sibTransId="{2E307A8E-B020-4D64-A09C-0CFAA21F75A8}"/>
    <dgm:cxn modelId="{522645E0-F53D-41DC-AC19-1783B7DA7D43}" type="presOf" srcId="{1837B84E-8375-423D-8034-B360A2979F7B}" destId="{B4661DE0-8F03-486C-8D3A-1D62ABCC0156}" srcOrd="0" destOrd="0" presId="urn:microsoft.com/office/officeart/2005/8/layout/lProcess3"/>
    <dgm:cxn modelId="{C7374BD1-2018-4FF0-B8EE-CA3996B4D6A2}" type="presParOf" srcId="{7E857A3B-A8EA-4D33-88D1-B42364F31C2E}" destId="{A84E9AEC-1176-464E-8CBA-A47B0B695E63}" srcOrd="0" destOrd="0" presId="urn:microsoft.com/office/officeart/2005/8/layout/lProcess3"/>
    <dgm:cxn modelId="{905046D1-D729-40A6-8BCC-7F17117F0E63}" type="presParOf" srcId="{A84E9AEC-1176-464E-8CBA-A47B0B695E63}" destId="{D9239809-0B8F-41A6-A1A2-F15399CCFAFE}" srcOrd="0" destOrd="0" presId="urn:microsoft.com/office/officeart/2005/8/layout/lProcess3"/>
    <dgm:cxn modelId="{E7EAF311-2351-462A-BD5A-65F21485CEE5}" type="presParOf" srcId="{A84E9AEC-1176-464E-8CBA-A47B0B695E63}" destId="{EF2B903E-9763-4A99-81B6-17FE58336E04}" srcOrd="1" destOrd="0" presId="urn:microsoft.com/office/officeart/2005/8/layout/lProcess3"/>
    <dgm:cxn modelId="{1528452E-28DF-4C17-B920-54D6938192C6}" type="presParOf" srcId="{A84E9AEC-1176-464E-8CBA-A47B0B695E63}" destId="{5579FFA3-8F62-49EE-8A65-741D5A5C303B}" srcOrd="2" destOrd="0" presId="urn:microsoft.com/office/officeart/2005/8/layout/lProcess3"/>
    <dgm:cxn modelId="{C645EE81-43AA-47DA-9D66-83D5A56B032C}" type="presParOf" srcId="{A84E9AEC-1176-464E-8CBA-A47B0B695E63}" destId="{BFB27FDF-5333-4E51-A936-9EBFB499E491}" srcOrd="3" destOrd="0" presId="urn:microsoft.com/office/officeart/2005/8/layout/lProcess3"/>
    <dgm:cxn modelId="{2852C032-36A7-45FB-924C-1DAC61A10262}" type="presParOf" srcId="{A84E9AEC-1176-464E-8CBA-A47B0B695E63}" destId="{74F28DAE-8940-4EEC-838C-E8A358C0A443}" srcOrd="4" destOrd="0" presId="urn:microsoft.com/office/officeart/2005/8/layout/lProcess3"/>
    <dgm:cxn modelId="{E6851C3C-0EFD-4860-8BD0-9AA43BE56C26}" type="presParOf" srcId="{7E857A3B-A8EA-4D33-88D1-B42364F31C2E}" destId="{46B3D9FB-595B-4319-AD45-3483AFDA970E}" srcOrd="1" destOrd="0" presId="urn:microsoft.com/office/officeart/2005/8/layout/lProcess3"/>
    <dgm:cxn modelId="{B6ABEA3D-774D-4B29-9CB5-3AC966DF7DE8}" type="presParOf" srcId="{7E857A3B-A8EA-4D33-88D1-B42364F31C2E}" destId="{9F364D94-B271-4F59-8DD5-607F692165F2}" srcOrd="2" destOrd="0" presId="urn:microsoft.com/office/officeart/2005/8/layout/lProcess3"/>
    <dgm:cxn modelId="{F2C4AAB7-959B-40D2-8953-27AC88555EC7}" type="presParOf" srcId="{9F364D94-B271-4F59-8DD5-607F692165F2}" destId="{5600B0B2-9DBB-4DA6-A4FF-A7C98B88D795}" srcOrd="0" destOrd="0" presId="urn:microsoft.com/office/officeart/2005/8/layout/lProcess3"/>
    <dgm:cxn modelId="{44FB7DFF-1713-4E84-8338-884BD1B4B598}" type="presParOf" srcId="{9F364D94-B271-4F59-8DD5-607F692165F2}" destId="{E6791435-1ABD-48A5-9B1D-B960AE784E1D}" srcOrd="1" destOrd="0" presId="urn:microsoft.com/office/officeart/2005/8/layout/lProcess3"/>
    <dgm:cxn modelId="{DE84B9CA-0B90-4998-AF11-95C021DE1802}" type="presParOf" srcId="{9F364D94-B271-4F59-8DD5-607F692165F2}" destId="{B4661DE0-8F03-486C-8D3A-1D62ABCC0156}" srcOrd="2" destOrd="0" presId="urn:microsoft.com/office/officeart/2005/8/layout/lProcess3"/>
    <dgm:cxn modelId="{5DB1D903-662E-44CD-90CB-3675BFECCA61}" type="presParOf" srcId="{9F364D94-B271-4F59-8DD5-607F692165F2}" destId="{CF3B7765-E752-4FD9-A680-E247969F4301}" srcOrd="3" destOrd="0" presId="urn:microsoft.com/office/officeart/2005/8/layout/lProcess3"/>
    <dgm:cxn modelId="{E74BB7DA-712E-4483-99F6-C2D023907032}" type="presParOf" srcId="{9F364D94-B271-4F59-8DD5-607F692165F2}" destId="{5961B0BD-5283-4E53-BBCB-D855B9986AA0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FD9FD8F-8D07-4BFE-8FD9-48EFA9E898D5}" type="doc">
      <dgm:prSet loTypeId="urn:microsoft.com/office/officeart/2005/8/layout/radial2" loCatId="relationship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6175790-7878-471E-878B-7EE2B1122106}">
      <dgm:prSet phldrT="[Text]" custT="1"/>
      <dgm:spPr/>
      <dgm:t>
        <a:bodyPr/>
        <a:lstStyle/>
        <a:p>
          <a:r>
            <a:rPr lang="en-US" sz="1800" dirty="0">
              <a:solidFill>
                <a:schemeClr val="tx2"/>
              </a:solidFill>
            </a:rPr>
            <a:t>a. </a:t>
          </a:r>
          <a:r>
            <a:rPr lang="en-US" sz="1800" dirty="0" err="1">
              <a:solidFill>
                <a:schemeClr val="tx2"/>
              </a:solidFill>
            </a:rPr>
            <a:t>Perbedaan</a:t>
          </a:r>
          <a:r>
            <a:rPr lang="en-US" sz="1800" dirty="0">
              <a:solidFill>
                <a:schemeClr val="tx2"/>
              </a:solidFill>
            </a:rPr>
            <a:t> gender</a:t>
          </a:r>
        </a:p>
      </dgm:t>
    </dgm:pt>
    <dgm:pt modelId="{8DC528E3-ABC2-4EC4-977B-914F934AFB91}" type="parTrans" cxnId="{FC19AB11-6348-407C-8DB5-B82FC03179A0}">
      <dgm:prSet/>
      <dgm:spPr/>
      <dgm:t>
        <a:bodyPr/>
        <a:lstStyle/>
        <a:p>
          <a:endParaRPr lang="en-US"/>
        </a:p>
      </dgm:t>
    </dgm:pt>
    <dgm:pt modelId="{C97C4532-5EF6-4B07-AE6C-1A10611CC6CC}" type="sibTrans" cxnId="{FC19AB11-6348-407C-8DB5-B82FC03179A0}">
      <dgm:prSet/>
      <dgm:spPr/>
      <dgm:t>
        <a:bodyPr/>
        <a:lstStyle/>
        <a:p>
          <a:endParaRPr lang="en-US"/>
        </a:p>
      </dgm:t>
    </dgm:pt>
    <dgm:pt modelId="{7491B453-1687-4904-B941-029D28D4CA5D}">
      <dgm:prSet phldrT="[Text]" custT="1"/>
      <dgm:spPr/>
      <dgm:t>
        <a:bodyPr/>
        <a:lstStyle/>
        <a:p>
          <a:r>
            <a:rPr lang="en-US" sz="1800" dirty="0">
              <a:solidFill>
                <a:schemeClr val="tx2"/>
              </a:solidFill>
            </a:rPr>
            <a:t>b. </a:t>
          </a:r>
          <a:r>
            <a:rPr lang="en-US" sz="1800" dirty="0" err="1">
              <a:solidFill>
                <a:schemeClr val="tx2"/>
              </a:solidFill>
            </a:rPr>
            <a:t>Intelegensi</a:t>
          </a:r>
          <a:endParaRPr lang="en-US" sz="1800" dirty="0">
            <a:solidFill>
              <a:schemeClr val="tx2"/>
            </a:solidFill>
          </a:endParaRPr>
        </a:p>
      </dgm:t>
    </dgm:pt>
    <dgm:pt modelId="{A3B444D2-E505-4D5A-839A-D4E43324AC27}" type="parTrans" cxnId="{46D80690-99EF-4F95-B135-FF87ED6E6DAF}">
      <dgm:prSet/>
      <dgm:spPr/>
      <dgm:t>
        <a:bodyPr/>
        <a:lstStyle/>
        <a:p>
          <a:endParaRPr lang="en-US"/>
        </a:p>
      </dgm:t>
    </dgm:pt>
    <dgm:pt modelId="{B80BFDBF-3724-4DDA-B1F2-6B69B297BB0F}" type="sibTrans" cxnId="{46D80690-99EF-4F95-B135-FF87ED6E6DAF}">
      <dgm:prSet/>
      <dgm:spPr/>
      <dgm:t>
        <a:bodyPr/>
        <a:lstStyle/>
        <a:p>
          <a:endParaRPr lang="en-US"/>
        </a:p>
      </dgm:t>
    </dgm:pt>
    <dgm:pt modelId="{325D172F-F096-49B9-A1B3-3232C53DB19D}" type="pres">
      <dgm:prSet presAssocID="{AFD9FD8F-8D07-4BFE-8FD9-48EFA9E898D5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429F3A1C-702B-4CAE-BEAF-D70978A2F257}" type="pres">
      <dgm:prSet presAssocID="{AFD9FD8F-8D07-4BFE-8FD9-48EFA9E898D5}" presName="cycle" presStyleCnt="0"/>
      <dgm:spPr/>
    </dgm:pt>
    <dgm:pt modelId="{A29EDD4E-DD54-43C2-B66E-B63D23F8E866}" type="pres">
      <dgm:prSet presAssocID="{AFD9FD8F-8D07-4BFE-8FD9-48EFA9E898D5}" presName="centerShape" presStyleCnt="0"/>
      <dgm:spPr/>
    </dgm:pt>
    <dgm:pt modelId="{B5403203-F535-4ECF-8945-00445C645AAC}" type="pres">
      <dgm:prSet presAssocID="{AFD9FD8F-8D07-4BFE-8FD9-48EFA9E898D5}" presName="connSite" presStyleLbl="node1" presStyleIdx="0" presStyleCnt="3"/>
      <dgm:spPr/>
    </dgm:pt>
    <dgm:pt modelId="{BF3DE8AB-97EA-48DC-A51E-6FB5D41B4944}" type="pres">
      <dgm:prSet presAssocID="{AFD9FD8F-8D07-4BFE-8FD9-48EFA9E898D5}" presName="visible" presStyleLbl="node1" presStyleIdx="0" presStyleCnt="3" custLinFactNeighborX="-16967" custLinFactNeighborY="-3484"/>
      <dgm:spPr/>
    </dgm:pt>
    <dgm:pt modelId="{E72B679C-9970-496B-AC0F-BE846DC8617A}" type="pres">
      <dgm:prSet presAssocID="{8DC528E3-ABC2-4EC4-977B-914F934AFB91}" presName="Name25" presStyleLbl="parChTrans1D1" presStyleIdx="0" presStyleCnt="2"/>
      <dgm:spPr/>
    </dgm:pt>
    <dgm:pt modelId="{46FCD11A-F30E-41EB-9267-9784D27C8800}" type="pres">
      <dgm:prSet presAssocID="{C6175790-7878-471E-878B-7EE2B1122106}" presName="node" presStyleCnt="0"/>
      <dgm:spPr/>
    </dgm:pt>
    <dgm:pt modelId="{CA18B187-2724-4FA8-9879-81D709A44F54}" type="pres">
      <dgm:prSet presAssocID="{C6175790-7878-471E-878B-7EE2B1122106}" presName="parentNode" presStyleLbl="node1" presStyleIdx="1" presStyleCnt="3" custScaleX="97730" custScaleY="86708">
        <dgm:presLayoutVars>
          <dgm:chMax val="1"/>
          <dgm:bulletEnabled val="1"/>
        </dgm:presLayoutVars>
      </dgm:prSet>
      <dgm:spPr/>
    </dgm:pt>
    <dgm:pt modelId="{424763B8-430B-45D4-9856-C5F49F368E77}" type="pres">
      <dgm:prSet presAssocID="{C6175790-7878-471E-878B-7EE2B1122106}" presName="childNode" presStyleLbl="revTx" presStyleIdx="0" presStyleCnt="0">
        <dgm:presLayoutVars>
          <dgm:bulletEnabled val="1"/>
        </dgm:presLayoutVars>
      </dgm:prSet>
      <dgm:spPr/>
    </dgm:pt>
    <dgm:pt modelId="{A59F7876-CCF1-44C7-B281-74126CCBE75D}" type="pres">
      <dgm:prSet presAssocID="{A3B444D2-E505-4D5A-839A-D4E43324AC27}" presName="Name25" presStyleLbl="parChTrans1D1" presStyleIdx="1" presStyleCnt="2"/>
      <dgm:spPr/>
    </dgm:pt>
    <dgm:pt modelId="{B99F40DF-E668-4886-A36A-2FB402A5E4AB}" type="pres">
      <dgm:prSet presAssocID="{7491B453-1687-4904-B941-029D28D4CA5D}" presName="node" presStyleCnt="0"/>
      <dgm:spPr/>
    </dgm:pt>
    <dgm:pt modelId="{712C0130-AF9E-413F-8726-88ABC40C2C0E}" type="pres">
      <dgm:prSet presAssocID="{7491B453-1687-4904-B941-029D28D4CA5D}" presName="parentNode" presStyleLbl="node1" presStyleIdx="2" presStyleCnt="3" custScaleX="91346" custScaleY="80783" custLinFactNeighborX="62294" custLinFactNeighborY="-14254">
        <dgm:presLayoutVars>
          <dgm:chMax val="1"/>
          <dgm:bulletEnabled val="1"/>
        </dgm:presLayoutVars>
      </dgm:prSet>
      <dgm:spPr/>
    </dgm:pt>
    <dgm:pt modelId="{9C6A336D-FFFE-4911-BC3C-2DDC30574712}" type="pres">
      <dgm:prSet presAssocID="{7491B453-1687-4904-B941-029D28D4CA5D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FC19AB11-6348-407C-8DB5-B82FC03179A0}" srcId="{AFD9FD8F-8D07-4BFE-8FD9-48EFA9E898D5}" destId="{C6175790-7878-471E-878B-7EE2B1122106}" srcOrd="0" destOrd="0" parTransId="{8DC528E3-ABC2-4EC4-977B-914F934AFB91}" sibTransId="{C97C4532-5EF6-4B07-AE6C-1A10611CC6CC}"/>
    <dgm:cxn modelId="{A12D7626-6C6A-490A-B9A6-8BEFCFC25DD9}" type="presOf" srcId="{A3B444D2-E505-4D5A-839A-D4E43324AC27}" destId="{A59F7876-CCF1-44C7-B281-74126CCBE75D}" srcOrd="0" destOrd="0" presId="urn:microsoft.com/office/officeart/2005/8/layout/radial2"/>
    <dgm:cxn modelId="{7AE1EE2E-BC5A-4275-BE86-CD746F4CF4DA}" type="presOf" srcId="{C6175790-7878-471E-878B-7EE2B1122106}" destId="{CA18B187-2724-4FA8-9879-81D709A44F54}" srcOrd="0" destOrd="0" presId="urn:microsoft.com/office/officeart/2005/8/layout/radial2"/>
    <dgm:cxn modelId="{46D80690-99EF-4F95-B135-FF87ED6E6DAF}" srcId="{AFD9FD8F-8D07-4BFE-8FD9-48EFA9E898D5}" destId="{7491B453-1687-4904-B941-029D28D4CA5D}" srcOrd="1" destOrd="0" parTransId="{A3B444D2-E505-4D5A-839A-D4E43324AC27}" sibTransId="{B80BFDBF-3724-4DDA-B1F2-6B69B297BB0F}"/>
    <dgm:cxn modelId="{DB3DFCB6-FB32-4735-BC47-341C3001CA34}" type="presOf" srcId="{AFD9FD8F-8D07-4BFE-8FD9-48EFA9E898D5}" destId="{325D172F-F096-49B9-A1B3-3232C53DB19D}" srcOrd="0" destOrd="0" presId="urn:microsoft.com/office/officeart/2005/8/layout/radial2"/>
    <dgm:cxn modelId="{94C6C5BC-7F56-41B7-80D2-CF8766A56D3B}" type="presOf" srcId="{8DC528E3-ABC2-4EC4-977B-914F934AFB91}" destId="{E72B679C-9970-496B-AC0F-BE846DC8617A}" srcOrd="0" destOrd="0" presId="urn:microsoft.com/office/officeart/2005/8/layout/radial2"/>
    <dgm:cxn modelId="{7F6E3ABF-2629-42B3-B0DA-872B3AD9EF88}" type="presOf" srcId="{7491B453-1687-4904-B941-029D28D4CA5D}" destId="{712C0130-AF9E-413F-8726-88ABC40C2C0E}" srcOrd="0" destOrd="0" presId="urn:microsoft.com/office/officeart/2005/8/layout/radial2"/>
    <dgm:cxn modelId="{4578DD69-33D7-4094-86C2-EF7E257072A4}" type="presParOf" srcId="{325D172F-F096-49B9-A1B3-3232C53DB19D}" destId="{429F3A1C-702B-4CAE-BEAF-D70978A2F257}" srcOrd="0" destOrd="0" presId="urn:microsoft.com/office/officeart/2005/8/layout/radial2"/>
    <dgm:cxn modelId="{256179C8-CAC5-4864-8473-9276BA348188}" type="presParOf" srcId="{429F3A1C-702B-4CAE-BEAF-D70978A2F257}" destId="{A29EDD4E-DD54-43C2-B66E-B63D23F8E866}" srcOrd="0" destOrd="0" presId="urn:microsoft.com/office/officeart/2005/8/layout/radial2"/>
    <dgm:cxn modelId="{5FFAB09B-A504-4C60-AFA2-B1CA7DCECE08}" type="presParOf" srcId="{A29EDD4E-DD54-43C2-B66E-B63D23F8E866}" destId="{B5403203-F535-4ECF-8945-00445C645AAC}" srcOrd="0" destOrd="0" presId="urn:microsoft.com/office/officeart/2005/8/layout/radial2"/>
    <dgm:cxn modelId="{39B6EA61-B529-412A-BAEE-E555D8DDD8B4}" type="presParOf" srcId="{A29EDD4E-DD54-43C2-B66E-B63D23F8E866}" destId="{BF3DE8AB-97EA-48DC-A51E-6FB5D41B4944}" srcOrd="1" destOrd="0" presId="urn:microsoft.com/office/officeart/2005/8/layout/radial2"/>
    <dgm:cxn modelId="{033A0085-AD70-4D28-82A3-AE9E430D0A83}" type="presParOf" srcId="{429F3A1C-702B-4CAE-BEAF-D70978A2F257}" destId="{E72B679C-9970-496B-AC0F-BE846DC8617A}" srcOrd="1" destOrd="0" presId="urn:microsoft.com/office/officeart/2005/8/layout/radial2"/>
    <dgm:cxn modelId="{7F7A111C-E99A-40BC-90E2-CF98BED18283}" type="presParOf" srcId="{429F3A1C-702B-4CAE-BEAF-D70978A2F257}" destId="{46FCD11A-F30E-41EB-9267-9784D27C8800}" srcOrd="2" destOrd="0" presId="urn:microsoft.com/office/officeart/2005/8/layout/radial2"/>
    <dgm:cxn modelId="{48FAFCBE-1B43-401F-A5DD-4F079626D7AB}" type="presParOf" srcId="{46FCD11A-F30E-41EB-9267-9784D27C8800}" destId="{CA18B187-2724-4FA8-9879-81D709A44F54}" srcOrd="0" destOrd="0" presId="urn:microsoft.com/office/officeart/2005/8/layout/radial2"/>
    <dgm:cxn modelId="{44F054C7-7475-4035-9201-0B0BBFD1A199}" type="presParOf" srcId="{46FCD11A-F30E-41EB-9267-9784D27C8800}" destId="{424763B8-430B-45D4-9856-C5F49F368E77}" srcOrd="1" destOrd="0" presId="urn:microsoft.com/office/officeart/2005/8/layout/radial2"/>
    <dgm:cxn modelId="{B121E0A6-940C-4275-AB59-DC4ADEDFDFDE}" type="presParOf" srcId="{429F3A1C-702B-4CAE-BEAF-D70978A2F257}" destId="{A59F7876-CCF1-44C7-B281-74126CCBE75D}" srcOrd="3" destOrd="0" presId="urn:microsoft.com/office/officeart/2005/8/layout/radial2"/>
    <dgm:cxn modelId="{2D6D02C0-0A46-412B-BECA-01062498BAC9}" type="presParOf" srcId="{429F3A1C-702B-4CAE-BEAF-D70978A2F257}" destId="{B99F40DF-E668-4886-A36A-2FB402A5E4AB}" srcOrd="4" destOrd="0" presId="urn:microsoft.com/office/officeart/2005/8/layout/radial2"/>
    <dgm:cxn modelId="{7E0144A1-3960-4518-A501-1AF3DC94DE2B}" type="presParOf" srcId="{B99F40DF-E668-4886-A36A-2FB402A5E4AB}" destId="{712C0130-AF9E-413F-8726-88ABC40C2C0E}" srcOrd="0" destOrd="0" presId="urn:microsoft.com/office/officeart/2005/8/layout/radial2"/>
    <dgm:cxn modelId="{2FB5A78E-193B-42D5-8C44-BF00ACC55E0F}" type="presParOf" srcId="{B99F40DF-E668-4886-A36A-2FB402A5E4AB}" destId="{9C6A336D-FFFE-4911-BC3C-2DDC30574712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E893F3C-5687-4467-A17D-D1135E5AB61F}" type="doc">
      <dgm:prSet loTypeId="urn:microsoft.com/office/officeart/2005/8/layout/default" loCatId="list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F304709-71BA-4FB2-9E19-1E1816E3B45F}">
      <dgm:prSet phldrT="[Text]" custT="1"/>
      <dgm:spPr/>
      <dgm:t>
        <a:bodyPr/>
        <a:lstStyle/>
        <a:p>
          <a:r>
            <a:rPr lang="en-US" sz="1600" dirty="0">
              <a:solidFill>
                <a:schemeClr val="tx2"/>
              </a:solidFill>
            </a:rPr>
            <a:t>a. </a:t>
          </a:r>
          <a:r>
            <a:rPr lang="en-US" sz="1600" dirty="0" err="1">
              <a:solidFill>
                <a:schemeClr val="tx2"/>
              </a:solidFill>
            </a:rPr>
            <a:t>Keluarga</a:t>
          </a:r>
          <a:r>
            <a:rPr lang="en-US" sz="1600" dirty="0">
              <a:solidFill>
                <a:schemeClr val="tx2"/>
              </a:solidFill>
            </a:rPr>
            <a:t> </a:t>
          </a:r>
        </a:p>
        <a:p>
          <a:r>
            <a:rPr lang="en-US" sz="1600" dirty="0">
              <a:solidFill>
                <a:schemeClr val="tx2"/>
              </a:solidFill>
            </a:rPr>
            <a:t>1) </a:t>
          </a:r>
          <a:r>
            <a:rPr lang="en-US" sz="1600" dirty="0" err="1">
              <a:solidFill>
                <a:schemeClr val="tx2"/>
              </a:solidFill>
            </a:rPr>
            <a:t>Pengaruh</a:t>
          </a:r>
          <a:r>
            <a:rPr lang="en-US" sz="1600" dirty="0">
              <a:solidFill>
                <a:schemeClr val="tx2"/>
              </a:solidFill>
            </a:rPr>
            <a:t> yang </a:t>
          </a:r>
          <a:r>
            <a:rPr lang="en-US" sz="1600" dirty="0" err="1">
              <a:solidFill>
                <a:schemeClr val="tx2"/>
              </a:solidFill>
            </a:rPr>
            <a:t>bersifat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langsung</a:t>
          </a:r>
          <a:endParaRPr lang="en-US" sz="1600" dirty="0">
            <a:solidFill>
              <a:schemeClr val="tx2"/>
            </a:solidFill>
          </a:endParaRPr>
        </a:p>
        <a:p>
          <a:r>
            <a:rPr lang="en-US" sz="1600" dirty="0">
              <a:solidFill>
                <a:schemeClr val="tx2"/>
              </a:solidFill>
            </a:rPr>
            <a:t>2) </a:t>
          </a:r>
          <a:r>
            <a:rPr lang="en-US" sz="1600" dirty="0" err="1">
              <a:solidFill>
                <a:schemeClr val="tx2"/>
              </a:solidFill>
            </a:rPr>
            <a:t>Pengaruh</a:t>
          </a:r>
          <a:r>
            <a:rPr lang="en-US" sz="1600" dirty="0">
              <a:solidFill>
                <a:schemeClr val="tx2"/>
              </a:solidFill>
            </a:rPr>
            <a:t> yang </a:t>
          </a:r>
          <a:r>
            <a:rPr lang="en-US" sz="1600" dirty="0" err="1">
              <a:solidFill>
                <a:schemeClr val="tx2"/>
              </a:solidFill>
            </a:rPr>
            <a:t>bersifat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tidak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langsung</a:t>
          </a:r>
          <a:endParaRPr lang="en-US" sz="1600" dirty="0">
            <a:solidFill>
              <a:schemeClr val="tx2"/>
            </a:solidFill>
          </a:endParaRPr>
        </a:p>
      </dgm:t>
    </dgm:pt>
    <dgm:pt modelId="{DE7BF8D2-F273-406F-95D4-F9648B1CBF51}" type="parTrans" cxnId="{5909F88C-9BA5-4568-875C-40343E29186D}">
      <dgm:prSet/>
      <dgm:spPr/>
      <dgm:t>
        <a:bodyPr/>
        <a:lstStyle/>
        <a:p>
          <a:endParaRPr lang="en-US"/>
        </a:p>
      </dgm:t>
    </dgm:pt>
    <dgm:pt modelId="{77767187-B5E7-4A03-9BCF-3C8E9E334161}" type="sibTrans" cxnId="{5909F88C-9BA5-4568-875C-40343E29186D}">
      <dgm:prSet/>
      <dgm:spPr/>
      <dgm:t>
        <a:bodyPr/>
        <a:lstStyle/>
        <a:p>
          <a:endParaRPr lang="en-US"/>
        </a:p>
      </dgm:t>
    </dgm:pt>
    <dgm:pt modelId="{2B2D062E-3BE9-4B8F-A2C0-EFC01EBC7148}">
      <dgm:prSet phldrT="[Text]" custT="1"/>
      <dgm:spPr/>
      <dgm:t>
        <a:bodyPr/>
        <a:lstStyle/>
        <a:p>
          <a:r>
            <a:rPr lang="en-US" sz="1600" dirty="0">
              <a:solidFill>
                <a:schemeClr val="tx2"/>
              </a:solidFill>
            </a:rPr>
            <a:t>b. Status </a:t>
          </a:r>
          <a:r>
            <a:rPr lang="en-US" sz="1600" dirty="0" err="1">
              <a:solidFill>
                <a:schemeClr val="tx2"/>
              </a:solidFill>
            </a:rPr>
            <a:t>sosial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ekonomi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dan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fungsi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keluarga</a:t>
          </a:r>
          <a:endParaRPr lang="en-US" sz="1600" dirty="0">
            <a:solidFill>
              <a:schemeClr val="tx2"/>
            </a:solidFill>
          </a:endParaRPr>
        </a:p>
      </dgm:t>
    </dgm:pt>
    <dgm:pt modelId="{529CEA3C-18B5-4AFE-9191-C418DA238C26}" type="parTrans" cxnId="{0088521E-54B2-414E-93A5-20D2149B4B70}">
      <dgm:prSet/>
      <dgm:spPr/>
      <dgm:t>
        <a:bodyPr/>
        <a:lstStyle/>
        <a:p>
          <a:endParaRPr lang="en-US"/>
        </a:p>
      </dgm:t>
    </dgm:pt>
    <dgm:pt modelId="{18C49720-00E6-4073-8D9F-6F1047E0305D}" type="sibTrans" cxnId="{0088521E-54B2-414E-93A5-20D2149B4B70}">
      <dgm:prSet/>
      <dgm:spPr/>
      <dgm:t>
        <a:bodyPr/>
        <a:lstStyle/>
        <a:p>
          <a:endParaRPr lang="en-US"/>
        </a:p>
      </dgm:t>
    </dgm:pt>
    <dgm:pt modelId="{EFA38B63-DF95-4417-951D-4EAF61239DA6}">
      <dgm:prSet phldrT="[Text]" custT="1"/>
      <dgm:spPr/>
      <dgm:t>
        <a:bodyPr/>
        <a:lstStyle/>
        <a:p>
          <a:r>
            <a:rPr lang="en-US" sz="1600" dirty="0">
              <a:solidFill>
                <a:schemeClr val="tx2"/>
              </a:solidFill>
            </a:rPr>
            <a:t>c. </a:t>
          </a:r>
          <a:r>
            <a:rPr lang="en-US" sz="1600" dirty="0" err="1">
              <a:solidFill>
                <a:schemeClr val="tx2"/>
              </a:solidFill>
            </a:rPr>
            <a:t>Kemiskinan</a:t>
          </a:r>
          <a:r>
            <a:rPr lang="en-US" sz="1600" dirty="0">
              <a:solidFill>
                <a:schemeClr val="tx2"/>
              </a:solidFill>
            </a:rPr>
            <a:t> </a:t>
          </a:r>
        </a:p>
      </dgm:t>
    </dgm:pt>
    <dgm:pt modelId="{AA51012D-F078-4248-B219-9007E759AB56}" type="parTrans" cxnId="{4DB04D59-B616-4385-9A1F-5C46A28CAF8A}">
      <dgm:prSet/>
      <dgm:spPr/>
      <dgm:t>
        <a:bodyPr/>
        <a:lstStyle/>
        <a:p>
          <a:endParaRPr lang="en-US"/>
        </a:p>
      </dgm:t>
    </dgm:pt>
    <dgm:pt modelId="{6592B743-B3EA-4B72-9F7D-43883116E4CC}" type="sibTrans" cxnId="{4DB04D59-B616-4385-9A1F-5C46A28CAF8A}">
      <dgm:prSet/>
      <dgm:spPr/>
      <dgm:t>
        <a:bodyPr/>
        <a:lstStyle/>
        <a:p>
          <a:endParaRPr lang="en-US"/>
        </a:p>
      </dgm:t>
    </dgm:pt>
    <dgm:pt modelId="{952605E6-0BC6-4237-A4A5-05669D20FA8C}">
      <dgm:prSet custT="1"/>
      <dgm:spPr/>
      <dgm:t>
        <a:bodyPr/>
        <a:lstStyle/>
        <a:p>
          <a:r>
            <a:rPr lang="en-US" sz="1600" dirty="0">
              <a:solidFill>
                <a:schemeClr val="tx2"/>
              </a:solidFill>
            </a:rPr>
            <a:t>d. </a:t>
          </a:r>
          <a:r>
            <a:rPr lang="en-US" sz="1600" dirty="0" err="1">
              <a:solidFill>
                <a:schemeClr val="tx2"/>
              </a:solidFill>
            </a:rPr>
            <a:t>Perbedaan</a:t>
          </a:r>
          <a:r>
            <a:rPr lang="en-US" sz="1600" dirty="0">
              <a:solidFill>
                <a:schemeClr val="tx2"/>
              </a:solidFill>
            </a:rPr>
            <a:t> </a:t>
          </a:r>
          <a:r>
            <a:rPr lang="en-US" sz="1600" dirty="0" err="1">
              <a:solidFill>
                <a:schemeClr val="tx2"/>
              </a:solidFill>
            </a:rPr>
            <a:t>budaya</a:t>
          </a:r>
          <a:r>
            <a:rPr lang="en-US" sz="1600" dirty="0">
              <a:solidFill>
                <a:schemeClr val="tx2"/>
              </a:solidFill>
            </a:rPr>
            <a:t> </a:t>
          </a:r>
        </a:p>
      </dgm:t>
    </dgm:pt>
    <dgm:pt modelId="{5D031CE6-3823-4374-B4F9-A66EC5DD2A99}" type="parTrans" cxnId="{D1E786F8-6B89-4EA9-BF03-02CB90783774}">
      <dgm:prSet/>
      <dgm:spPr/>
      <dgm:t>
        <a:bodyPr/>
        <a:lstStyle/>
        <a:p>
          <a:endParaRPr lang="en-US"/>
        </a:p>
      </dgm:t>
    </dgm:pt>
    <dgm:pt modelId="{90AAE009-4FC5-4A45-994D-5EE4E2A2F1AC}" type="sibTrans" cxnId="{D1E786F8-6B89-4EA9-BF03-02CB90783774}">
      <dgm:prSet/>
      <dgm:spPr/>
      <dgm:t>
        <a:bodyPr/>
        <a:lstStyle/>
        <a:p>
          <a:endParaRPr lang="en-US"/>
        </a:p>
      </dgm:t>
    </dgm:pt>
    <dgm:pt modelId="{5E11115E-ED64-4CAF-8563-D2E55935149C}">
      <dgm:prSet custT="1"/>
      <dgm:spPr/>
      <dgm:t>
        <a:bodyPr/>
        <a:lstStyle/>
        <a:p>
          <a:r>
            <a:rPr lang="en-US" sz="1600" dirty="0">
              <a:solidFill>
                <a:schemeClr val="tx2"/>
              </a:solidFill>
            </a:rPr>
            <a:t>e. </a:t>
          </a:r>
          <a:r>
            <a:rPr lang="en-US" sz="1600" dirty="0" err="1">
              <a:solidFill>
                <a:schemeClr val="tx2"/>
              </a:solidFill>
            </a:rPr>
            <a:t>Ketangguhan</a:t>
          </a:r>
          <a:r>
            <a:rPr lang="en-US" sz="1600" dirty="0">
              <a:solidFill>
                <a:schemeClr val="tx2"/>
              </a:solidFill>
            </a:rPr>
            <a:t> </a:t>
          </a:r>
        </a:p>
      </dgm:t>
    </dgm:pt>
    <dgm:pt modelId="{25575BF7-C6AC-4E2C-91C1-82BFBAC0D394}" type="parTrans" cxnId="{858FBF8D-82ED-4508-8E8F-293531A2753C}">
      <dgm:prSet/>
      <dgm:spPr/>
      <dgm:t>
        <a:bodyPr/>
        <a:lstStyle/>
        <a:p>
          <a:endParaRPr lang="en-US"/>
        </a:p>
      </dgm:t>
    </dgm:pt>
    <dgm:pt modelId="{3570F662-2082-49D8-98F1-2C12A9126608}" type="sibTrans" cxnId="{858FBF8D-82ED-4508-8E8F-293531A2753C}">
      <dgm:prSet/>
      <dgm:spPr/>
      <dgm:t>
        <a:bodyPr/>
        <a:lstStyle/>
        <a:p>
          <a:endParaRPr lang="en-US"/>
        </a:p>
      </dgm:t>
    </dgm:pt>
    <dgm:pt modelId="{A549DE9A-8C07-4BD9-86AE-9AF296B3E036}" type="pres">
      <dgm:prSet presAssocID="{1E893F3C-5687-4467-A17D-D1135E5AB61F}" presName="diagram" presStyleCnt="0">
        <dgm:presLayoutVars>
          <dgm:dir/>
          <dgm:resizeHandles val="exact"/>
        </dgm:presLayoutVars>
      </dgm:prSet>
      <dgm:spPr/>
    </dgm:pt>
    <dgm:pt modelId="{89CE780C-CDF8-4F69-AC2E-88539B6CD04F}" type="pres">
      <dgm:prSet presAssocID="{CF304709-71BA-4FB2-9E19-1E1816E3B45F}" presName="node" presStyleLbl="node1" presStyleIdx="0" presStyleCnt="5">
        <dgm:presLayoutVars>
          <dgm:bulletEnabled val="1"/>
        </dgm:presLayoutVars>
      </dgm:prSet>
      <dgm:spPr/>
    </dgm:pt>
    <dgm:pt modelId="{40BA28C3-42AA-4FF1-9A5C-6B1F4F7EE2F7}" type="pres">
      <dgm:prSet presAssocID="{77767187-B5E7-4A03-9BCF-3C8E9E334161}" presName="sibTrans" presStyleCnt="0"/>
      <dgm:spPr/>
    </dgm:pt>
    <dgm:pt modelId="{54793C80-9A94-4F2C-9618-10AC34D20EF6}" type="pres">
      <dgm:prSet presAssocID="{2B2D062E-3BE9-4B8F-A2C0-EFC01EBC7148}" presName="node" presStyleLbl="node1" presStyleIdx="1" presStyleCnt="5">
        <dgm:presLayoutVars>
          <dgm:bulletEnabled val="1"/>
        </dgm:presLayoutVars>
      </dgm:prSet>
      <dgm:spPr/>
    </dgm:pt>
    <dgm:pt modelId="{0E3AC835-DBAE-4ABE-B470-67489F3B7CBE}" type="pres">
      <dgm:prSet presAssocID="{18C49720-00E6-4073-8D9F-6F1047E0305D}" presName="sibTrans" presStyleCnt="0"/>
      <dgm:spPr/>
    </dgm:pt>
    <dgm:pt modelId="{F6F57739-D3B2-4E71-B6CF-EDEC900C39BD}" type="pres">
      <dgm:prSet presAssocID="{EFA38B63-DF95-4417-951D-4EAF61239DA6}" presName="node" presStyleLbl="node1" presStyleIdx="2" presStyleCnt="5">
        <dgm:presLayoutVars>
          <dgm:bulletEnabled val="1"/>
        </dgm:presLayoutVars>
      </dgm:prSet>
      <dgm:spPr/>
    </dgm:pt>
    <dgm:pt modelId="{976B5A5A-4569-4BFA-BA80-C40FDE482D87}" type="pres">
      <dgm:prSet presAssocID="{6592B743-B3EA-4B72-9F7D-43883116E4CC}" presName="sibTrans" presStyleCnt="0"/>
      <dgm:spPr/>
    </dgm:pt>
    <dgm:pt modelId="{4F23820D-A041-48A3-8D7C-CADC877AEBE9}" type="pres">
      <dgm:prSet presAssocID="{952605E6-0BC6-4237-A4A5-05669D20FA8C}" presName="node" presStyleLbl="node1" presStyleIdx="3" presStyleCnt="5">
        <dgm:presLayoutVars>
          <dgm:bulletEnabled val="1"/>
        </dgm:presLayoutVars>
      </dgm:prSet>
      <dgm:spPr/>
    </dgm:pt>
    <dgm:pt modelId="{220C1F37-3F1E-478F-BC6D-AE5BA363FD80}" type="pres">
      <dgm:prSet presAssocID="{90AAE009-4FC5-4A45-994D-5EE4E2A2F1AC}" presName="sibTrans" presStyleCnt="0"/>
      <dgm:spPr/>
    </dgm:pt>
    <dgm:pt modelId="{381AA9F7-CCDC-4F73-AD0B-BCDF427DA364}" type="pres">
      <dgm:prSet presAssocID="{5E11115E-ED64-4CAF-8563-D2E55935149C}" presName="node" presStyleLbl="node1" presStyleIdx="4" presStyleCnt="5">
        <dgm:presLayoutVars>
          <dgm:bulletEnabled val="1"/>
        </dgm:presLayoutVars>
      </dgm:prSet>
      <dgm:spPr/>
    </dgm:pt>
  </dgm:ptLst>
  <dgm:cxnLst>
    <dgm:cxn modelId="{0088521E-54B2-414E-93A5-20D2149B4B70}" srcId="{1E893F3C-5687-4467-A17D-D1135E5AB61F}" destId="{2B2D062E-3BE9-4B8F-A2C0-EFC01EBC7148}" srcOrd="1" destOrd="0" parTransId="{529CEA3C-18B5-4AFE-9191-C418DA238C26}" sibTransId="{18C49720-00E6-4073-8D9F-6F1047E0305D}"/>
    <dgm:cxn modelId="{EB29E61F-D507-49C8-9D08-FEC74DA20BD3}" type="presOf" srcId="{EFA38B63-DF95-4417-951D-4EAF61239DA6}" destId="{F6F57739-D3B2-4E71-B6CF-EDEC900C39BD}" srcOrd="0" destOrd="0" presId="urn:microsoft.com/office/officeart/2005/8/layout/default"/>
    <dgm:cxn modelId="{AD13CE70-62F1-4389-80AB-2A1F006D2614}" type="presOf" srcId="{952605E6-0BC6-4237-A4A5-05669D20FA8C}" destId="{4F23820D-A041-48A3-8D7C-CADC877AEBE9}" srcOrd="0" destOrd="0" presId="urn:microsoft.com/office/officeart/2005/8/layout/default"/>
    <dgm:cxn modelId="{4DB04D59-B616-4385-9A1F-5C46A28CAF8A}" srcId="{1E893F3C-5687-4467-A17D-D1135E5AB61F}" destId="{EFA38B63-DF95-4417-951D-4EAF61239DA6}" srcOrd="2" destOrd="0" parTransId="{AA51012D-F078-4248-B219-9007E759AB56}" sibTransId="{6592B743-B3EA-4B72-9F7D-43883116E4CC}"/>
    <dgm:cxn modelId="{3EF3777B-7B01-4F25-A10F-0A1B6C11AB4B}" type="presOf" srcId="{CF304709-71BA-4FB2-9E19-1E1816E3B45F}" destId="{89CE780C-CDF8-4F69-AC2E-88539B6CD04F}" srcOrd="0" destOrd="0" presId="urn:microsoft.com/office/officeart/2005/8/layout/default"/>
    <dgm:cxn modelId="{5909F88C-9BA5-4568-875C-40343E29186D}" srcId="{1E893F3C-5687-4467-A17D-D1135E5AB61F}" destId="{CF304709-71BA-4FB2-9E19-1E1816E3B45F}" srcOrd="0" destOrd="0" parTransId="{DE7BF8D2-F273-406F-95D4-F9648B1CBF51}" sibTransId="{77767187-B5E7-4A03-9BCF-3C8E9E334161}"/>
    <dgm:cxn modelId="{858FBF8D-82ED-4508-8E8F-293531A2753C}" srcId="{1E893F3C-5687-4467-A17D-D1135E5AB61F}" destId="{5E11115E-ED64-4CAF-8563-D2E55935149C}" srcOrd="4" destOrd="0" parTransId="{25575BF7-C6AC-4E2C-91C1-82BFBAC0D394}" sibTransId="{3570F662-2082-49D8-98F1-2C12A9126608}"/>
    <dgm:cxn modelId="{9063FFA0-845D-485C-9362-43ADCDD110E6}" type="presOf" srcId="{1E893F3C-5687-4467-A17D-D1135E5AB61F}" destId="{A549DE9A-8C07-4BD9-86AE-9AF296B3E036}" srcOrd="0" destOrd="0" presId="urn:microsoft.com/office/officeart/2005/8/layout/default"/>
    <dgm:cxn modelId="{EA3705A1-4557-42F9-B92A-C14E7C1A6133}" type="presOf" srcId="{2B2D062E-3BE9-4B8F-A2C0-EFC01EBC7148}" destId="{54793C80-9A94-4F2C-9618-10AC34D20EF6}" srcOrd="0" destOrd="0" presId="urn:microsoft.com/office/officeart/2005/8/layout/default"/>
    <dgm:cxn modelId="{4C53ABCB-9A2F-4D13-9886-8FD4FC0E69E5}" type="presOf" srcId="{5E11115E-ED64-4CAF-8563-D2E55935149C}" destId="{381AA9F7-CCDC-4F73-AD0B-BCDF427DA364}" srcOrd="0" destOrd="0" presId="urn:microsoft.com/office/officeart/2005/8/layout/default"/>
    <dgm:cxn modelId="{D1E786F8-6B89-4EA9-BF03-02CB90783774}" srcId="{1E893F3C-5687-4467-A17D-D1135E5AB61F}" destId="{952605E6-0BC6-4237-A4A5-05669D20FA8C}" srcOrd="3" destOrd="0" parTransId="{5D031CE6-3823-4374-B4F9-A66EC5DD2A99}" sibTransId="{90AAE009-4FC5-4A45-994D-5EE4E2A2F1AC}"/>
    <dgm:cxn modelId="{748AE164-A25E-4F8F-B08A-AC9373F8AAC2}" type="presParOf" srcId="{A549DE9A-8C07-4BD9-86AE-9AF296B3E036}" destId="{89CE780C-CDF8-4F69-AC2E-88539B6CD04F}" srcOrd="0" destOrd="0" presId="urn:microsoft.com/office/officeart/2005/8/layout/default"/>
    <dgm:cxn modelId="{85BDB43B-899C-4B2E-B7B0-CE414E5529FF}" type="presParOf" srcId="{A549DE9A-8C07-4BD9-86AE-9AF296B3E036}" destId="{40BA28C3-42AA-4FF1-9A5C-6B1F4F7EE2F7}" srcOrd="1" destOrd="0" presId="urn:microsoft.com/office/officeart/2005/8/layout/default"/>
    <dgm:cxn modelId="{C69DCC5E-5DBB-4503-9FF6-50A81277A401}" type="presParOf" srcId="{A549DE9A-8C07-4BD9-86AE-9AF296B3E036}" destId="{54793C80-9A94-4F2C-9618-10AC34D20EF6}" srcOrd="2" destOrd="0" presId="urn:microsoft.com/office/officeart/2005/8/layout/default"/>
    <dgm:cxn modelId="{B46F6A4F-1239-4516-8FFB-09B172D6F6B5}" type="presParOf" srcId="{A549DE9A-8C07-4BD9-86AE-9AF296B3E036}" destId="{0E3AC835-DBAE-4ABE-B470-67489F3B7CBE}" srcOrd="3" destOrd="0" presId="urn:microsoft.com/office/officeart/2005/8/layout/default"/>
    <dgm:cxn modelId="{8A6C320D-5DAA-49AF-B406-4A42D10590EC}" type="presParOf" srcId="{A549DE9A-8C07-4BD9-86AE-9AF296B3E036}" destId="{F6F57739-D3B2-4E71-B6CF-EDEC900C39BD}" srcOrd="4" destOrd="0" presId="urn:microsoft.com/office/officeart/2005/8/layout/default"/>
    <dgm:cxn modelId="{B4D51F4F-4756-464F-A56C-9958B009567C}" type="presParOf" srcId="{A549DE9A-8C07-4BD9-86AE-9AF296B3E036}" destId="{976B5A5A-4569-4BFA-BA80-C40FDE482D87}" srcOrd="5" destOrd="0" presId="urn:microsoft.com/office/officeart/2005/8/layout/default"/>
    <dgm:cxn modelId="{1079FD9B-807B-40CB-9621-6CBD667B0E10}" type="presParOf" srcId="{A549DE9A-8C07-4BD9-86AE-9AF296B3E036}" destId="{4F23820D-A041-48A3-8D7C-CADC877AEBE9}" srcOrd="6" destOrd="0" presId="urn:microsoft.com/office/officeart/2005/8/layout/default"/>
    <dgm:cxn modelId="{D1B8E2BF-57B8-4E3D-A89F-6C7D5297F9ED}" type="presParOf" srcId="{A549DE9A-8C07-4BD9-86AE-9AF296B3E036}" destId="{220C1F37-3F1E-478F-BC6D-AE5BA363FD80}" srcOrd="7" destOrd="0" presId="urn:microsoft.com/office/officeart/2005/8/layout/default"/>
    <dgm:cxn modelId="{DFEA83C8-26DA-4338-9107-5DBDDC083043}" type="presParOf" srcId="{A549DE9A-8C07-4BD9-86AE-9AF296B3E036}" destId="{381AA9F7-CCDC-4F73-AD0B-BCDF427DA364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E0FC826-9779-44D8-8DA9-68F52F104F32}" type="doc">
      <dgm:prSet loTypeId="urn:microsoft.com/office/officeart/2008/layout/AlternatingPictureBlocks" loCatId="list" qsTypeId="urn:microsoft.com/office/officeart/2005/8/quickstyle/3d1" qsCatId="3D" csTypeId="urn:microsoft.com/office/officeart/2005/8/colors/colorful5" csCatId="colorful" phldr="1"/>
      <dgm:spPr/>
    </dgm:pt>
    <dgm:pt modelId="{A4B05204-08BE-4FA4-A970-0A497A97D859}">
      <dgm:prSet phldrT="[Text]"/>
      <dgm:spPr/>
      <dgm:t>
        <a:bodyPr/>
        <a:lstStyle/>
        <a:p>
          <a:r>
            <a:rPr lang="en-US">
              <a:solidFill>
                <a:schemeClr val="tx2"/>
              </a:solidFill>
            </a:rPr>
            <a:t>1. Karakteristik pribadi</a:t>
          </a:r>
          <a:endParaRPr lang="en-US" dirty="0">
            <a:solidFill>
              <a:schemeClr val="tx2"/>
            </a:solidFill>
          </a:endParaRPr>
        </a:p>
      </dgm:t>
    </dgm:pt>
    <dgm:pt modelId="{7E665A7B-1156-47E7-82A5-833D6FB0340B}" type="parTrans" cxnId="{C5EB32E4-96B5-4C3C-9D9D-CA74C2200D32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C56BDEF5-6EF1-4EBD-BDE4-3DDDEE43796E}" type="sibTrans" cxnId="{C5EB32E4-96B5-4C3C-9D9D-CA74C2200D32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C8AB2895-5761-4228-B1AF-32006E497A53}">
      <dgm:prSet phldrT="[Text]"/>
      <dgm:spPr/>
      <dgm:t>
        <a:bodyPr/>
        <a:lstStyle/>
        <a:p>
          <a:r>
            <a:rPr lang="en-US">
              <a:solidFill>
                <a:schemeClr val="tx2"/>
              </a:solidFill>
            </a:rPr>
            <a:t>2. Pengasuhan yang penuh kehangatan</a:t>
          </a:r>
          <a:endParaRPr lang="en-US" dirty="0">
            <a:solidFill>
              <a:schemeClr val="tx2"/>
            </a:solidFill>
          </a:endParaRPr>
        </a:p>
      </dgm:t>
    </dgm:pt>
    <dgm:pt modelId="{590546FA-E180-47D6-ADA7-8BA56122AEE9}" type="parTrans" cxnId="{67005F5B-0629-4AA6-A6DF-19B5C04F7420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7FCB9B02-A681-4323-9653-309B1E002E3E}" type="sibTrans" cxnId="{67005F5B-0629-4AA6-A6DF-19B5C04F7420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DA012326-6AC5-453E-A5A4-BC2F5B653C1A}">
      <dgm:prSet/>
      <dgm:spPr/>
      <dgm:t>
        <a:bodyPr/>
        <a:lstStyle/>
        <a:p>
          <a:r>
            <a:rPr lang="en-US">
              <a:solidFill>
                <a:schemeClr val="tx2"/>
              </a:solidFill>
            </a:rPr>
            <a:t>3. Dukungan sosial diluar keluarga inti</a:t>
          </a:r>
          <a:endParaRPr lang="en-US" dirty="0">
            <a:solidFill>
              <a:schemeClr val="tx2"/>
            </a:solidFill>
          </a:endParaRPr>
        </a:p>
      </dgm:t>
    </dgm:pt>
    <dgm:pt modelId="{7EFB83E5-4DAA-4592-AF97-363B7AC2B2F5}" type="parTrans" cxnId="{FC0492F3-2D6F-4B3D-A9C4-291BF87F5615}">
      <dgm:prSet/>
      <dgm:spPr/>
      <dgm:t>
        <a:bodyPr/>
        <a:lstStyle/>
        <a:p>
          <a:endParaRPr lang="en-US"/>
        </a:p>
      </dgm:t>
    </dgm:pt>
    <dgm:pt modelId="{AFCA3CB7-A8EE-4A2D-86FF-E8B529FE074F}" type="sibTrans" cxnId="{FC0492F3-2D6F-4B3D-A9C4-291BF87F5615}">
      <dgm:prSet/>
      <dgm:spPr/>
      <dgm:t>
        <a:bodyPr/>
        <a:lstStyle/>
        <a:p>
          <a:endParaRPr lang="en-US"/>
        </a:p>
      </dgm:t>
    </dgm:pt>
    <dgm:pt modelId="{C4294D5F-4D51-4913-AE13-71F2BF4A34AA}">
      <dgm:prSet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4. </a:t>
          </a:r>
          <a:r>
            <a:rPr lang="en-US" dirty="0" err="1">
              <a:solidFill>
                <a:schemeClr val="tx2"/>
              </a:solidFill>
            </a:rPr>
            <a:t>Masyarakat</a:t>
          </a:r>
          <a:r>
            <a:rPr lang="en-US" dirty="0">
              <a:solidFill>
                <a:schemeClr val="tx2"/>
              </a:solidFill>
            </a:rPr>
            <a:t> yang </a:t>
          </a:r>
          <a:r>
            <a:rPr lang="en-US" dirty="0" err="1">
              <a:solidFill>
                <a:schemeClr val="tx2"/>
              </a:solidFill>
            </a:rPr>
            <a:t>peduli</a:t>
          </a:r>
          <a:endParaRPr lang="en-US" dirty="0">
            <a:solidFill>
              <a:schemeClr val="tx2"/>
            </a:solidFill>
          </a:endParaRPr>
        </a:p>
      </dgm:t>
    </dgm:pt>
    <dgm:pt modelId="{ED12892C-9B0C-43B1-BB07-6AF54852B979}" type="parTrans" cxnId="{B8FD9328-4AF0-4007-B340-A9F8EFB820BD}">
      <dgm:prSet/>
      <dgm:spPr/>
      <dgm:t>
        <a:bodyPr/>
        <a:lstStyle/>
        <a:p>
          <a:endParaRPr lang="en-US"/>
        </a:p>
      </dgm:t>
    </dgm:pt>
    <dgm:pt modelId="{47359E52-BDA7-4C8C-B035-2A2E61AA86F5}" type="sibTrans" cxnId="{B8FD9328-4AF0-4007-B340-A9F8EFB820BD}">
      <dgm:prSet/>
      <dgm:spPr/>
      <dgm:t>
        <a:bodyPr/>
        <a:lstStyle/>
        <a:p>
          <a:endParaRPr lang="en-US"/>
        </a:p>
      </dgm:t>
    </dgm:pt>
    <dgm:pt modelId="{61328776-0114-4AD5-9BAB-42406EFE2F98}" type="pres">
      <dgm:prSet presAssocID="{3E0FC826-9779-44D8-8DA9-68F52F104F32}" presName="linearFlow" presStyleCnt="0">
        <dgm:presLayoutVars>
          <dgm:dir/>
          <dgm:resizeHandles val="exact"/>
        </dgm:presLayoutVars>
      </dgm:prSet>
      <dgm:spPr/>
    </dgm:pt>
    <dgm:pt modelId="{EC081084-DAE5-4449-935D-5D03D95E89A4}" type="pres">
      <dgm:prSet presAssocID="{A4B05204-08BE-4FA4-A970-0A497A97D859}" presName="comp" presStyleCnt="0"/>
      <dgm:spPr/>
    </dgm:pt>
    <dgm:pt modelId="{AA0D71F6-7E3C-4643-82CB-EACB2A119608}" type="pres">
      <dgm:prSet presAssocID="{A4B05204-08BE-4FA4-A970-0A497A97D859}" presName="rect2" presStyleLbl="node1" presStyleIdx="0" presStyleCnt="4">
        <dgm:presLayoutVars>
          <dgm:bulletEnabled val="1"/>
        </dgm:presLayoutVars>
      </dgm:prSet>
      <dgm:spPr/>
    </dgm:pt>
    <dgm:pt modelId="{4A95E9F7-8BB0-4CC7-B258-649178C31F10}" type="pres">
      <dgm:prSet presAssocID="{A4B05204-08BE-4FA4-A970-0A497A97D859}" presName="rect1" presStyleLbl="lnNode1" presStyleIdx="0" presStyleCnt="4"/>
      <dgm:spPr/>
    </dgm:pt>
    <dgm:pt modelId="{537D19A9-F9AE-45D5-BF4F-EE7256D2F79A}" type="pres">
      <dgm:prSet presAssocID="{C56BDEF5-6EF1-4EBD-BDE4-3DDDEE43796E}" presName="sibTrans" presStyleCnt="0"/>
      <dgm:spPr/>
    </dgm:pt>
    <dgm:pt modelId="{CAA38962-4FC2-4027-9833-D32F09077461}" type="pres">
      <dgm:prSet presAssocID="{C8AB2895-5761-4228-B1AF-32006E497A53}" presName="comp" presStyleCnt="0"/>
      <dgm:spPr/>
    </dgm:pt>
    <dgm:pt modelId="{A30E4F28-2A6F-4101-8134-820150481D60}" type="pres">
      <dgm:prSet presAssocID="{C8AB2895-5761-4228-B1AF-32006E497A53}" presName="rect2" presStyleLbl="node1" presStyleIdx="1" presStyleCnt="4">
        <dgm:presLayoutVars>
          <dgm:bulletEnabled val="1"/>
        </dgm:presLayoutVars>
      </dgm:prSet>
      <dgm:spPr/>
    </dgm:pt>
    <dgm:pt modelId="{2DDAED8A-1691-40D6-8FF5-AF9319382F5D}" type="pres">
      <dgm:prSet presAssocID="{C8AB2895-5761-4228-B1AF-32006E497A53}" presName="rect1" presStyleLbl="lnNode1" presStyleIdx="1" presStyleCnt="4"/>
      <dgm:spPr/>
    </dgm:pt>
    <dgm:pt modelId="{F7D055C9-D201-4D1A-86E3-F09D6FDB0277}" type="pres">
      <dgm:prSet presAssocID="{7FCB9B02-A681-4323-9653-309B1E002E3E}" presName="sibTrans" presStyleCnt="0"/>
      <dgm:spPr/>
    </dgm:pt>
    <dgm:pt modelId="{1C75CD38-525E-4F96-8E54-6254658739E7}" type="pres">
      <dgm:prSet presAssocID="{DA012326-6AC5-453E-A5A4-BC2F5B653C1A}" presName="comp" presStyleCnt="0"/>
      <dgm:spPr/>
    </dgm:pt>
    <dgm:pt modelId="{557069DF-F37F-4F33-830C-6DE86F4EEDC5}" type="pres">
      <dgm:prSet presAssocID="{DA012326-6AC5-453E-A5A4-BC2F5B653C1A}" presName="rect2" presStyleLbl="node1" presStyleIdx="2" presStyleCnt="4">
        <dgm:presLayoutVars>
          <dgm:bulletEnabled val="1"/>
        </dgm:presLayoutVars>
      </dgm:prSet>
      <dgm:spPr/>
    </dgm:pt>
    <dgm:pt modelId="{6FA1CED5-1AB2-44E4-A3EB-1B5CA32BC50D}" type="pres">
      <dgm:prSet presAssocID="{DA012326-6AC5-453E-A5A4-BC2F5B653C1A}" presName="rect1" presStyleLbl="lnNode1" presStyleIdx="2" presStyleCnt="4"/>
      <dgm:spPr/>
    </dgm:pt>
    <dgm:pt modelId="{64769D29-86FA-4DCB-B84A-83334C550EDC}" type="pres">
      <dgm:prSet presAssocID="{AFCA3CB7-A8EE-4A2D-86FF-E8B529FE074F}" presName="sibTrans" presStyleCnt="0"/>
      <dgm:spPr/>
    </dgm:pt>
    <dgm:pt modelId="{95AB18BC-258C-442B-A092-59183AB491D1}" type="pres">
      <dgm:prSet presAssocID="{C4294D5F-4D51-4913-AE13-71F2BF4A34AA}" presName="comp" presStyleCnt="0"/>
      <dgm:spPr/>
    </dgm:pt>
    <dgm:pt modelId="{BF068971-DC68-4829-AE3F-44ED352950DE}" type="pres">
      <dgm:prSet presAssocID="{C4294D5F-4D51-4913-AE13-71F2BF4A34AA}" presName="rect2" presStyleLbl="node1" presStyleIdx="3" presStyleCnt="4">
        <dgm:presLayoutVars>
          <dgm:bulletEnabled val="1"/>
        </dgm:presLayoutVars>
      </dgm:prSet>
      <dgm:spPr/>
    </dgm:pt>
    <dgm:pt modelId="{474A11BC-B68B-4E5C-996F-9D80C1EA9A65}" type="pres">
      <dgm:prSet presAssocID="{C4294D5F-4D51-4913-AE13-71F2BF4A34AA}" presName="rect1" presStyleLbl="lnNode1" presStyleIdx="3" presStyleCnt="4"/>
      <dgm:spPr/>
    </dgm:pt>
  </dgm:ptLst>
  <dgm:cxnLst>
    <dgm:cxn modelId="{B8FD9328-4AF0-4007-B340-A9F8EFB820BD}" srcId="{3E0FC826-9779-44D8-8DA9-68F52F104F32}" destId="{C4294D5F-4D51-4913-AE13-71F2BF4A34AA}" srcOrd="3" destOrd="0" parTransId="{ED12892C-9B0C-43B1-BB07-6AF54852B979}" sibTransId="{47359E52-BDA7-4C8C-B035-2A2E61AA86F5}"/>
    <dgm:cxn modelId="{67005F5B-0629-4AA6-A6DF-19B5C04F7420}" srcId="{3E0FC826-9779-44D8-8DA9-68F52F104F32}" destId="{C8AB2895-5761-4228-B1AF-32006E497A53}" srcOrd="1" destOrd="0" parTransId="{590546FA-E180-47D6-ADA7-8BA56122AEE9}" sibTransId="{7FCB9B02-A681-4323-9653-309B1E002E3E}"/>
    <dgm:cxn modelId="{BA57FC4B-159D-4A76-AB34-66F4BF6B462F}" type="presOf" srcId="{3E0FC826-9779-44D8-8DA9-68F52F104F32}" destId="{61328776-0114-4AD5-9BAB-42406EFE2F98}" srcOrd="0" destOrd="0" presId="urn:microsoft.com/office/officeart/2008/layout/AlternatingPictureBlocks"/>
    <dgm:cxn modelId="{D9CE8B85-6F2C-4839-9DED-D609173999A7}" type="presOf" srcId="{C8AB2895-5761-4228-B1AF-32006E497A53}" destId="{A30E4F28-2A6F-4101-8134-820150481D60}" srcOrd="0" destOrd="0" presId="urn:microsoft.com/office/officeart/2008/layout/AlternatingPictureBlocks"/>
    <dgm:cxn modelId="{058E079D-4FCD-425E-A584-645144DF8CA7}" type="presOf" srcId="{C4294D5F-4D51-4913-AE13-71F2BF4A34AA}" destId="{BF068971-DC68-4829-AE3F-44ED352950DE}" srcOrd="0" destOrd="0" presId="urn:microsoft.com/office/officeart/2008/layout/AlternatingPictureBlocks"/>
    <dgm:cxn modelId="{52E374E3-B4E8-4D88-BB28-CA4A8617CFF8}" type="presOf" srcId="{DA012326-6AC5-453E-A5A4-BC2F5B653C1A}" destId="{557069DF-F37F-4F33-830C-6DE86F4EEDC5}" srcOrd="0" destOrd="0" presId="urn:microsoft.com/office/officeart/2008/layout/AlternatingPictureBlocks"/>
    <dgm:cxn modelId="{C5EB32E4-96B5-4C3C-9D9D-CA74C2200D32}" srcId="{3E0FC826-9779-44D8-8DA9-68F52F104F32}" destId="{A4B05204-08BE-4FA4-A970-0A497A97D859}" srcOrd="0" destOrd="0" parTransId="{7E665A7B-1156-47E7-82A5-833D6FB0340B}" sibTransId="{C56BDEF5-6EF1-4EBD-BDE4-3DDDEE43796E}"/>
    <dgm:cxn modelId="{FC0492F3-2D6F-4B3D-A9C4-291BF87F5615}" srcId="{3E0FC826-9779-44D8-8DA9-68F52F104F32}" destId="{DA012326-6AC5-453E-A5A4-BC2F5B653C1A}" srcOrd="2" destOrd="0" parTransId="{7EFB83E5-4DAA-4592-AF97-363B7AC2B2F5}" sibTransId="{AFCA3CB7-A8EE-4A2D-86FF-E8B529FE074F}"/>
    <dgm:cxn modelId="{542C96FB-1529-475F-8C92-92B121588A0D}" type="presOf" srcId="{A4B05204-08BE-4FA4-A970-0A497A97D859}" destId="{AA0D71F6-7E3C-4643-82CB-EACB2A119608}" srcOrd="0" destOrd="0" presId="urn:microsoft.com/office/officeart/2008/layout/AlternatingPictureBlocks"/>
    <dgm:cxn modelId="{BDE25CA6-36C9-492D-9766-53D55A31EB73}" type="presParOf" srcId="{61328776-0114-4AD5-9BAB-42406EFE2F98}" destId="{EC081084-DAE5-4449-935D-5D03D95E89A4}" srcOrd="0" destOrd="0" presId="urn:microsoft.com/office/officeart/2008/layout/AlternatingPictureBlocks"/>
    <dgm:cxn modelId="{54CA0AB0-A056-4F9C-BC37-15B44ECAF3CC}" type="presParOf" srcId="{EC081084-DAE5-4449-935D-5D03D95E89A4}" destId="{AA0D71F6-7E3C-4643-82CB-EACB2A119608}" srcOrd="0" destOrd="0" presId="urn:microsoft.com/office/officeart/2008/layout/AlternatingPictureBlocks"/>
    <dgm:cxn modelId="{85DE1F33-0B79-4D1E-AD68-B6FDD0621A59}" type="presParOf" srcId="{EC081084-DAE5-4449-935D-5D03D95E89A4}" destId="{4A95E9F7-8BB0-4CC7-B258-649178C31F10}" srcOrd="1" destOrd="0" presId="urn:microsoft.com/office/officeart/2008/layout/AlternatingPictureBlocks"/>
    <dgm:cxn modelId="{82B39F5E-28A1-4EE5-8317-33B2B0968362}" type="presParOf" srcId="{61328776-0114-4AD5-9BAB-42406EFE2F98}" destId="{537D19A9-F9AE-45D5-BF4F-EE7256D2F79A}" srcOrd="1" destOrd="0" presId="urn:microsoft.com/office/officeart/2008/layout/AlternatingPictureBlocks"/>
    <dgm:cxn modelId="{61995EE1-34FD-4F0C-9E68-8E3A153DECCE}" type="presParOf" srcId="{61328776-0114-4AD5-9BAB-42406EFE2F98}" destId="{CAA38962-4FC2-4027-9833-D32F09077461}" srcOrd="2" destOrd="0" presId="urn:microsoft.com/office/officeart/2008/layout/AlternatingPictureBlocks"/>
    <dgm:cxn modelId="{E0582565-0FF7-48D0-BD68-BDDF3C1E6EFC}" type="presParOf" srcId="{CAA38962-4FC2-4027-9833-D32F09077461}" destId="{A30E4F28-2A6F-4101-8134-820150481D60}" srcOrd="0" destOrd="0" presId="urn:microsoft.com/office/officeart/2008/layout/AlternatingPictureBlocks"/>
    <dgm:cxn modelId="{130A3807-A9CF-40E0-99C3-03400A1B815D}" type="presParOf" srcId="{CAA38962-4FC2-4027-9833-D32F09077461}" destId="{2DDAED8A-1691-40D6-8FF5-AF9319382F5D}" srcOrd="1" destOrd="0" presId="urn:microsoft.com/office/officeart/2008/layout/AlternatingPictureBlocks"/>
    <dgm:cxn modelId="{30B3E323-0BD5-4042-98D4-DD3C5BBBB308}" type="presParOf" srcId="{61328776-0114-4AD5-9BAB-42406EFE2F98}" destId="{F7D055C9-D201-4D1A-86E3-F09D6FDB0277}" srcOrd="3" destOrd="0" presId="urn:microsoft.com/office/officeart/2008/layout/AlternatingPictureBlocks"/>
    <dgm:cxn modelId="{533E40CE-7BB3-46A8-B644-F9E267FCBBE2}" type="presParOf" srcId="{61328776-0114-4AD5-9BAB-42406EFE2F98}" destId="{1C75CD38-525E-4F96-8E54-6254658739E7}" srcOrd="4" destOrd="0" presId="urn:microsoft.com/office/officeart/2008/layout/AlternatingPictureBlocks"/>
    <dgm:cxn modelId="{8E0CAEC3-0E38-4AA5-8DE6-9F5105B4B4EC}" type="presParOf" srcId="{1C75CD38-525E-4F96-8E54-6254658739E7}" destId="{557069DF-F37F-4F33-830C-6DE86F4EEDC5}" srcOrd="0" destOrd="0" presId="urn:microsoft.com/office/officeart/2008/layout/AlternatingPictureBlocks"/>
    <dgm:cxn modelId="{6EAE13AF-D047-4736-9257-CFFC527D9420}" type="presParOf" srcId="{1C75CD38-525E-4F96-8E54-6254658739E7}" destId="{6FA1CED5-1AB2-44E4-A3EB-1B5CA32BC50D}" srcOrd="1" destOrd="0" presId="urn:microsoft.com/office/officeart/2008/layout/AlternatingPictureBlocks"/>
    <dgm:cxn modelId="{8277E6D0-8EAA-4AAA-A677-948A632FA1E2}" type="presParOf" srcId="{61328776-0114-4AD5-9BAB-42406EFE2F98}" destId="{64769D29-86FA-4DCB-B84A-83334C550EDC}" srcOrd="5" destOrd="0" presId="urn:microsoft.com/office/officeart/2008/layout/AlternatingPictureBlocks"/>
    <dgm:cxn modelId="{8F065962-F225-460D-9214-4494F411AD3B}" type="presParOf" srcId="{61328776-0114-4AD5-9BAB-42406EFE2F98}" destId="{95AB18BC-258C-442B-A092-59183AB491D1}" srcOrd="6" destOrd="0" presId="urn:microsoft.com/office/officeart/2008/layout/AlternatingPictureBlocks"/>
    <dgm:cxn modelId="{253EEAA0-7900-4458-89FA-01BF230A741A}" type="presParOf" srcId="{95AB18BC-258C-442B-A092-59183AB491D1}" destId="{BF068971-DC68-4829-AE3F-44ED352950DE}" srcOrd="0" destOrd="0" presId="urn:microsoft.com/office/officeart/2008/layout/AlternatingPictureBlocks"/>
    <dgm:cxn modelId="{62967B6D-962E-4EFD-BE4E-8C448F46CB84}" type="presParOf" srcId="{95AB18BC-258C-442B-A092-59183AB491D1}" destId="{474A11BC-B68B-4E5C-996F-9D80C1EA9A65}" srcOrd="1" destOrd="0" presId="urn:microsoft.com/office/officeart/2008/layout/AlternatingPicture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516D92DB-BE55-4BD7-89D8-EDF22ADE6E6A}" type="doc">
      <dgm:prSet loTypeId="urn:microsoft.com/office/officeart/2005/8/layout/vList3" loCatId="list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2040B79-D53E-4A36-8302-C3A795736713}">
      <dgm:prSet phldrT="[Text]"/>
      <dgm:spPr/>
      <dgm:t>
        <a:bodyPr/>
        <a:lstStyle/>
        <a:p>
          <a:r>
            <a:rPr lang="en-US">
              <a:solidFill>
                <a:schemeClr val="tx2"/>
              </a:solidFill>
            </a:rPr>
            <a:t>1. Wawancara </a:t>
          </a:r>
          <a:endParaRPr lang="en-US" dirty="0">
            <a:solidFill>
              <a:schemeClr val="tx2"/>
            </a:solidFill>
          </a:endParaRPr>
        </a:p>
      </dgm:t>
    </dgm:pt>
    <dgm:pt modelId="{6214A757-7D2D-402E-AD3E-326907C98224}" type="sibTrans" cxnId="{E813D305-5ADB-4439-B920-D496A796D0E3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B7945974-DA90-45C6-A2DD-330FB6060C73}" type="parTrans" cxnId="{E813D305-5ADB-4439-B920-D496A796D0E3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118CC643-A2E5-483F-AFE8-841EB59074A3}">
      <dgm:prSet/>
      <dgm:spPr/>
      <dgm:t>
        <a:bodyPr/>
        <a:lstStyle/>
        <a:p>
          <a:r>
            <a:rPr lang="en-US">
              <a:solidFill>
                <a:schemeClr val="tx2"/>
              </a:solidFill>
            </a:rPr>
            <a:t>2. Kuisioner </a:t>
          </a:r>
          <a:endParaRPr lang="en-US" dirty="0">
            <a:solidFill>
              <a:schemeClr val="tx2"/>
            </a:solidFill>
          </a:endParaRPr>
        </a:p>
      </dgm:t>
    </dgm:pt>
    <dgm:pt modelId="{3F6398A5-E46F-4362-863D-B17093F8DD10}" type="parTrans" cxnId="{089AE9ED-3547-4D8D-A777-DAD848181B60}">
      <dgm:prSet/>
      <dgm:spPr/>
      <dgm:t>
        <a:bodyPr/>
        <a:lstStyle/>
        <a:p>
          <a:endParaRPr lang="en-US"/>
        </a:p>
      </dgm:t>
    </dgm:pt>
    <dgm:pt modelId="{27412BA5-39EF-4DDA-9755-FAB9DCE05D4B}" type="sibTrans" cxnId="{089AE9ED-3547-4D8D-A777-DAD848181B60}">
      <dgm:prSet/>
      <dgm:spPr/>
      <dgm:t>
        <a:bodyPr/>
        <a:lstStyle/>
        <a:p>
          <a:endParaRPr lang="en-US"/>
        </a:p>
      </dgm:t>
    </dgm:pt>
    <dgm:pt modelId="{128CC50B-D371-4706-A4FF-3DC488DCFA0C}">
      <dgm:prSet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3. </a:t>
          </a:r>
          <a:r>
            <a:rPr lang="en-US" dirty="0" err="1">
              <a:solidFill>
                <a:schemeClr val="tx2"/>
              </a:solidFill>
            </a:rPr>
            <a:t>Observasi</a:t>
          </a:r>
          <a:r>
            <a:rPr lang="en-US" dirty="0">
              <a:solidFill>
                <a:schemeClr val="tx2"/>
              </a:solidFill>
            </a:rPr>
            <a:t> </a:t>
          </a:r>
        </a:p>
      </dgm:t>
    </dgm:pt>
    <dgm:pt modelId="{3D3CE608-7232-46D5-8E61-BA590EA0DA46}" type="parTrans" cxnId="{E20D28CA-D2E2-4D2D-8CDE-9856FB1AE9EF}">
      <dgm:prSet/>
      <dgm:spPr/>
      <dgm:t>
        <a:bodyPr/>
        <a:lstStyle/>
        <a:p>
          <a:endParaRPr lang="en-US"/>
        </a:p>
      </dgm:t>
    </dgm:pt>
    <dgm:pt modelId="{5E74003B-A019-4BB6-BBBC-5EC0D24EBCA3}" type="sibTrans" cxnId="{E20D28CA-D2E2-4D2D-8CDE-9856FB1AE9EF}">
      <dgm:prSet/>
      <dgm:spPr/>
      <dgm:t>
        <a:bodyPr/>
        <a:lstStyle/>
        <a:p>
          <a:endParaRPr lang="en-US"/>
        </a:p>
      </dgm:t>
    </dgm:pt>
    <dgm:pt modelId="{079B6A6B-BABF-40F2-8E0D-719112BB3850}" type="pres">
      <dgm:prSet presAssocID="{516D92DB-BE55-4BD7-89D8-EDF22ADE6E6A}" presName="linearFlow" presStyleCnt="0">
        <dgm:presLayoutVars>
          <dgm:dir/>
          <dgm:resizeHandles val="exact"/>
        </dgm:presLayoutVars>
      </dgm:prSet>
      <dgm:spPr/>
    </dgm:pt>
    <dgm:pt modelId="{9241884D-3629-4CA2-AA1F-3330DC429446}" type="pres">
      <dgm:prSet presAssocID="{E2040B79-D53E-4A36-8302-C3A795736713}" presName="composite" presStyleCnt="0"/>
      <dgm:spPr/>
    </dgm:pt>
    <dgm:pt modelId="{52455520-95AC-4D57-9329-36B9CA2EBBDC}" type="pres">
      <dgm:prSet presAssocID="{E2040B79-D53E-4A36-8302-C3A795736713}" presName="imgShp" presStyleLbl="fgImgPlace1" presStyleIdx="0" presStyleCnt="3"/>
      <dgm:spPr/>
    </dgm:pt>
    <dgm:pt modelId="{FCAF32E7-57FF-4AEE-B961-B532DF0B3966}" type="pres">
      <dgm:prSet presAssocID="{E2040B79-D53E-4A36-8302-C3A795736713}" presName="txShp" presStyleLbl="node1" presStyleIdx="0" presStyleCnt="3">
        <dgm:presLayoutVars>
          <dgm:bulletEnabled val="1"/>
        </dgm:presLayoutVars>
      </dgm:prSet>
      <dgm:spPr/>
    </dgm:pt>
    <dgm:pt modelId="{41625782-7CD4-427D-B15A-9B679BE7311E}" type="pres">
      <dgm:prSet presAssocID="{6214A757-7D2D-402E-AD3E-326907C98224}" presName="spacing" presStyleCnt="0"/>
      <dgm:spPr/>
    </dgm:pt>
    <dgm:pt modelId="{B1FEF5AC-03CD-41EC-98D8-8E03CDAAC846}" type="pres">
      <dgm:prSet presAssocID="{118CC643-A2E5-483F-AFE8-841EB59074A3}" presName="composite" presStyleCnt="0"/>
      <dgm:spPr/>
    </dgm:pt>
    <dgm:pt modelId="{F5725AA6-3E73-47E0-B446-3CEF75517F65}" type="pres">
      <dgm:prSet presAssocID="{118CC643-A2E5-483F-AFE8-841EB59074A3}" presName="imgShp" presStyleLbl="fgImgPlace1" presStyleIdx="1" presStyleCnt="3"/>
      <dgm:spPr/>
    </dgm:pt>
    <dgm:pt modelId="{E5DC9D30-56AB-488F-9287-125B3550AC0B}" type="pres">
      <dgm:prSet presAssocID="{118CC643-A2E5-483F-AFE8-841EB59074A3}" presName="txShp" presStyleLbl="node1" presStyleIdx="1" presStyleCnt="3">
        <dgm:presLayoutVars>
          <dgm:bulletEnabled val="1"/>
        </dgm:presLayoutVars>
      </dgm:prSet>
      <dgm:spPr/>
    </dgm:pt>
    <dgm:pt modelId="{AF0A65CC-C208-4DDC-A439-5C4B27FCC3B8}" type="pres">
      <dgm:prSet presAssocID="{27412BA5-39EF-4DDA-9755-FAB9DCE05D4B}" presName="spacing" presStyleCnt="0"/>
      <dgm:spPr/>
    </dgm:pt>
    <dgm:pt modelId="{DCB1259D-0AC0-446D-88D0-7F0348667303}" type="pres">
      <dgm:prSet presAssocID="{128CC50B-D371-4706-A4FF-3DC488DCFA0C}" presName="composite" presStyleCnt="0"/>
      <dgm:spPr/>
    </dgm:pt>
    <dgm:pt modelId="{CE168ECD-09E9-4120-B090-FAF286D6D7B4}" type="pres">
      <dgm:prSet presAssocID="{128CC50B-D371-4706-A4FF-3DC488DCFA0C}" presName="imgShp" presStyleLbl="fgImgPlace1" presStyleIdx="2" presStyleCnt="3"/>
      <dgm:spPr/>
    </dgm:pt>
    <dgm:pt modelId="{E55FAEA5-BDFF-46E5-8720-2196C227BAB6}" type="pres">
      <dgm:prSet presAssocID="{128CC50B-D371-4706-A4FF-3DC488DCFA0C}" presName="txShp" presStyleLbl="node1" presStyleIdx="2" presStyleCnt="3">
        <dgm:presLayoutVars>
          <dgm:bulletEnabled val="1"/>
        </dgm:presLayoutVars>
      </dgm:prSet>
      <dgm:spPr/>
    </dgm:pt>
  </dgm:ptLst>
  <dgm:cxnLst>
    <dgm:cxn modelId="{E813D305-5ADB-4439-B920-D496A796D0E3}" srcId="{516D92DB-BE55-4BD7-89D8-EDF22ADE6E6A}" destId="{E2040B79-D53E-4A36-8302-C3A795736713}" srcOrd="0" destOrd="0" parTransId="{B7945974-DA90-45C6-A2DD-330FB6060C73}" sibTransId="{6214A757-7D2D-402E-AD3E-326907C98224}"/>
    <dgm:cxn modelId="{26755F1E-F93F-4EB2-A262-58D8A71C8F1A}" type="presOf" srcId="{128CC50B-D371-4706-A4FF-3DC488DCFA0C}" destId="{E55FAEA5-BDFF-46E5-8720-2196C227BAB6}" srcOrd="0" destOrd="0" presId="urn:microsoft.com/office/officeart/2005/8/layout/vList3"/>
    <dgm:cxn modelId="{EC3E3227-E187-4AE2-B510-236B2557ED14}" type="presOf" srcId="{118CC643-A2E5-483F-AFE8-841EB59074A3}" destId="{E5DC9D30-56AB-488F-9287-125B3550AC0B}" srcOrd="0" destOrd="0" presId="urn:microsoft.com/office/officeart/2005/8/layout/vList3"/>
    <dgm:cxn modelId="{4457B29A-2383-4C63-AA68-AFAAB146DE9F}" type="presOf" srcId="{516D92DB-BE55-4BD7-89D8-EDF22ADE6E6A}" destId="{079B6A6B-BABF-40F2-8E0D-719112BB3850}" srcOrd="0" destOrd="0" presId="urn:microsoft.com/office/officeart/2005/8/layout/vList3"/>
    <dgm:cxn modelId="{E20D28CA-D2E2-4D2D-8CDE-9856FB1AE9EF}" srcId="{516D92DB-BE55-4BD7-89D8-EDF22ADE6E6A}" destId="{128CC50B-D371-4706-A4FF-3DC488DCFA0C}" srcOrd="2" destOrd="0" parTransId="{3D3CE608-7232-46D5-8E61-BA590EA0DA46}" sibTransId="{5E74003B-A019-4BB6-BBBC-5EC0D24EBCA3}"/>
    <dgm:cxn modelId="{727D4BD2-8D61-4967-BD57-929E8A55EB18}" type="presOf" srcId="{E2040B79-D53E-4A36-8302-C3A795736713}" destId="{FCAF32E7-57FF-4AEE-B961-B532DF0B3966}" srcOrd="0" destOrd="0" presId="urn:microsoft.com/office/officeart/2005/8/layout/vList3"/>
    <dgm:cxn modelId="{089AE9ED-3547-4D8D-A777-DAD848181B60}" srcId="{516D92DB-BE55-4BD7-89D8-EDF22ADE6E6A}" destId="{118CC643-A2E5-483F-AFE8-841EB59074A3}" srcOrd="1" destOrd="0" parTransId="{3F6398A5-E46F-4362-863D-B17093F8DD10}" sibTransId="{27412BA5-39EF-4DDA-9755-FAB9DCE05D4B}"/>
    <dgm:cxn modelId="{9DA3693A-FD36-4A1B-BE10-08CBA8A0F5D5}" type="presParOf" srcId="{079B6A6B-BABF-40F2-8E0D-719112BB3850}" destId="{9241884D-3629-4CA2-AA1F-3330DC429446}" srcOrd="0" destOrd="0" presId="urn:microsoft.com/office/officeart/2005/8/layout/vList3"/>
    <dgm:cxn modelId="{6B120D9A-C037-4AB5-AAB2-41518240ACFD}" type="presParOf" srcId="{9241884D-3629-4CA2-AA1F-3330DC429446}" destId="{52455520-95AC-4D57-9329-36B9CA2EBBDC}" srcOrd="0" destOrd="0" presId="urn:microsoft.com/office/officeart/2005/8/layout/vList3"/>
    <dgm:cxn modelId="{7512F031-5326-4D1D-9D8F-B8A3CC8DA466}" type="presParOf" srcId="{9241884D-3629-4CA2-AA1F-3330DC429446}" destId="{FCAF32E7-57FF-4AEE-B961-B532DF0B3966}" srcOrd="1" destOrd="0" presId="urn:microsoft.com/office/officeart/2005/8/layout/vList3"/>
    <dgm:cxn modelId="{8D2B40C3-D85A-4FDE-AE2C-FD7E0025684B}" type="presParOf" srcId="{079B6A6B-BABF-40F2-8E0D-719112BB3850}" destId="{41625782-7CD4-427D-B15A-9B679BE7311E}" srcOrd="1" destOrd="0" presId="urn:microsoft.com/office/officeart/2005/8/layout/vList3"/>
    <dgm:cxn modelId="{6FD647D2-75EC-4F85-A0CD-9C7CB1C48570}" type="presParOf" srcId="{079B6A6B-BABF-40F2-8E0D-719112BB3850}" destId="{B1FEF5AC-03CD-41EC-98D8-8E03CDAAC846}" srcOrd="2" destOrd="0" presId="urn:microsoft.com/office/officeart/2005/8/layout/vList3"/>
    <dgm:cxn modelId="{A101F608-6AD7-4940-9573-1A130E44AAE6}" type="presParOf" srcId="{B1FEF5AC-03CD-41EC-98D8-8E03CDAAC846}" destId="{F5725AA6-3E73-47E0-B446-3CEF75517F65}" srcOrd="0" destOrd="0" presId="urn:microsoft.com/office/officeart/2005/8/layout/vList3"/>
    <dgm:cxn modelId="{C202AA75-45FD-4E78-863B-A25F05CC76F6}" type="presParOf" srcId="{B1FEF5AC-03CD-41EC-98D8-8E03CDAAC846}" destId="{E5DC9D30-56AB-488F-9287-125B3550AC0B}" srcOrd="1" destOrd="0" presId="urn:microsoft.com/office/officeart/2005/8/layout/vList3"/>
    <dgm:cxn modelId="{B5652A1E-37F7-48F8-A031-4A3843AF7317}" type="presParOf" srcId="{079B6A6B-BABF-40F2-8E0D-719112BB3850}" destId="{AF0A65CC-C208-4DDC-A439-5C4B27FCC3B8}" srcOrd="3" destOrd="0" presId="urn:microsoft.com/office/officeart/2005/8/layout/vList3"/>
    <dgm:cxn modelId="{8E57AA23-DEA0-430E-9866-9D8ED88BE6B0}" type="presParOf" srcId="{079B6A6B-BABF-40F2-8E0D-719112BB3850}" destId="{DCB1259D-0AC0-446D-88D0-7F0348667303}" srcOrd="4" destOrd="0" presId="urn:microsoft.com/office/officeart/2005/8/layout/vList3"/>
    <dgm:cxn modelId="{5CD7955E-451E-4F9C-BEE8-4B12E687CEEB}" type="presParOf" srcId="{DCB1259D-0AC0-446D-88D0-7F0348667303}" destId="{CE168ECD-09E9-4120-B090-FAF286D6D7B4}" srcOrd="0" destOrd="0" presId="urn:microsoft.com/office/officeart/2005/8/layout/vList3"/>
    <dgm:cxn modelId="{FE53C48F-B092-4444-B196-2D652FE5E04F}" type="presParOf" srcId="{DCB1259D-0AC0-446D-88D0-7F0348667303}" destId="{E55FAEA5-BDFF-46E5-8720-2196C227BAB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BC31E2B5-C9BA-4D50-A707-F43F616308D0}" type="doc">
      <dgm:prSet loTypeId="urn:microsoft.com/office/officeart/2008/layout/AlternatingPictureBlocks" loCatId="list" qsTypeId="urn:microsoft.com/office/officeart/2005/8/quickstyle/3d1" qsCatId="3D" csTypeId="urn:microsoft.com/office/officeart/2005/8/colors/accent1_4" csCatId="accent1" phldr="1"/>
      <dgm:spPr/>
    </dgm:pt>
    <dgm:pt modelId="{3A1F937B-ED0E-422D-B454-B7E403F2C059}">
      <dgm:prSet phldrT="[Text]"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a. </a:t>
          </a:r>
          <a:r>
            <a:rPr lang="en-US" dirty="0" err="1">
              <a:solidFill>
                <a:schemeClr val="tx2"/>
              </a:solidFill>
            </a:rPr>
            <a:t>Penanganan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medis</a:t>
          </a:r>
          <a:endParaRPr lang="en-US" dirty="0">
            <a:solidFill>
              <a:schemeClr val="tx2"/>
            </a:solidFill>
          </a:endParaRPr>
        </a:p>
      </dgm:t>
    </dgm:pt>
    <dgm:pt modelId="{79969B0A-D06F-4E96-9E70-2B6B41547559}" type="parTrans" cxnId="{BD31BCDC-DDDA-490D-965C-6033D5F7B3D6}">
      <dgm:prSet/>
      <dgm:spPr/>
      <dgm:t>
        <a:bodyPr/>
        <a:lstStyle/>
        <a:p>
          <a:endParaRPr lang="en-US"/>
        </a:p>
      </dgm:t>
    </dgm:pt>
    <dgm:pt modelId="{255B2BEF-C576-4E9E-A3DD-C32BE636C8AB}" type="sibTrans" cxnId="{BD31BCDC-DDDA-490D-965C-6033D5F7B3D6}">
      <dgm:prSet/>
      <dgm:spPr/>
      <dgm:t>
        <a:bodyPr/>
        <a:lstStyle/>
        <a:p>
          <a:endParaRPr lang="en-US"/>
        </a:p>
      </dgm:t>
    </dgm:pt>
    <dgm:pt modelId="{90F297CA-450E-4B5D-BCEE-1832F4981733}">
      <dgm:prSet phldrT="[Text]"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b. </a:t>
          </a:r>
          <a:r>
            <a:rPr lang="en-US" dirty="0" err="1">
              <a:solidFill>
                <a:schemeClr val="tx2"/>
              </a:solidFill>
            </a:rPr>
            <a:t>Terapi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bermain</a:t>
          </a:r>
          <a:endParaRPr lang="en-US" dirty="0">
            <a:solidFill>
              <a:schemeClr val="tx2"/>
            </a:solidFill>
          </a:endParaRPr>
        </a:p>
      </dgm:t>
    </dgm:pt>
    <dgm:pt modelId="{A2651CBF-CF55-4CA8-AAE9-B83A61A5F31C}" type="parTrans" cxnId="{7B0E5F34-F8C7-4874-8BAF-1BC5DBC1717C}">
      <dgm:prSet/>
      <dgm:spPr/>
      <dgm:t>
        <a:bodyPr/>
        <a:lstStyle/>
        <a:p>
          <a:endParaRPr lang="en-US"/>
        </a:p>
      </dgm:t>
    </dgm:pt>
    <dgm:pt modelId="{286A6C93-0BC9-43C7-8F61-2B3C1B5FDBDD}" type="sibTrans" cxnId="{7B0E5F34-F8C7-4874-8BAF-1BC5DBC1717C}">
      <dgm:prSet/>
      <dgm:spPr/>
      <dgm:t>
        <a:bodyPr/>
        <a:lstStyle/>
        <a:p>
          <a:endParaRPr lang="en-US"/>
        </a:p>
      </dgm:t>
    </dgm:pt>
    <dgm:pt modelId="{FFE9E413-0E12-43E1-8246-BC1A2A64CF64}">
      <dgm:prSet phldrT="[Text]"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c. </a:t>
          </a:r>
          <a:r>
            <a:rPr lang="en-US" dirty="0" err="1">
              <a:solidFill>
                <a:schemeClr val="tx2"/>
              </a:solidFill>
            </a:rPr>
            <a:t>Terapi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perilaku</a:t>
          </a:r>
          <a:endParaRPr lang="en-US" dirty="0">
            <a:solidFill>
              <a:schemeClr val="tx2"/>
            </a:solidFill>
          </a:endParaRPr>
        </a:p>
      </dgm:t>
    </dgm:pt>
    <dgm:pt modelId="{9D2C7EC3-C3D0-4FEB-BA9C-64250B14FE36}" type="parTrans" cxnId="{27D2F849-0BAE-48EE-9B7A-54A09EEE3BF1}">
      <dgm:prSet/>
      <dgm:spPr/>
      <dgm:t>
        <a:bodyPr/>
        <a:lstStyle/>
        <a:p>
          <a:endParaRPr lang="en-US"/>
        </a:p>
      </dgm:t>
    </dgm:pt>
    <dgm:pt modelId="{B470463E-75A3-44DC-9988-67B7A48D9D09}" type="sibTrans" cxnId="{27D2F849-0BAE-48EE-9B7A-54A09EEE3BF1}">
      <dgm:prSet/>
      <dgm:spPr/>
      <dgm:t>
        <a:bodyPr/>
        <a:lstStyle/>
        <a:p>
          <a:endParaRPr lang="en-US"/>
        </a:p>
      </dgm:t>
    </dgm:pt>
    <dgm:pt modelId="{85AAB8C2-CFFD-4A17-9102-5E4BE6EC0551}">
      <dgm:prSet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d. </a:t>
          </a:r>
          <a:r>
            <a:rPr lang="en-US" dirty="0" err="1">
              <a:solidFill>
                <a:schemeClr val="tx2"/>
              </a:solidFill>
            </a:rPr>
            <a:t>Terapi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keluarga</a:t>
          </a:r>
          <a:endParaRPr lang="en-US" dirty="0">
            <a:solidFill>
              <a:schemeClr val="tx2"/>
            </a:solidFill>
          </a:endParaRPr>
        </a:p>
      </dgm:t>
    </dgm:pt>
    <dgm:pt modelId="{DE437E25-3DBF-4387-8535-0CEAF7ADF942}" type="parTrans" cxnId="{2BB9E6DB-10CC-4A41-8574-0534FF096422}">
      <dgm:prSet/>
      <dgm:spPr/>
      <dgm:t>
        <a:bodyPr/>
        <a:lstStyle/>
        <a:p>
          <a:endParaRPr lang="en-US"/>
        </a:p>
      </dgm:t>
    </dgm:pt>
    <dgm:pt modelId="{2529E9D5-6D0E-447D-8DF1-5FF6D0E09B7E}" type="sibTrans" cxnId="{2BB9E6DB-10CC-4A41-8574-0534FF096422}">
      <dgm:prSet/>
      <dgm:spPr/>
      <dgm:t>
        <a:bodyPr/>
        <a:lstStyle/>
        <a:p>
          <a:endParaRPr lang="en-US"/>
        </a:p>
      </dgm:t>
    </dgm:pt>
    <dgm:pt modelId="{69C6237E-FB43-4573-88E9-13712C69A5BF}">
      <dgm:prSet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e. </a:t>
          </a:r>
          <a:r>
            <a:rPr lang="en-US" dirty="0" err="1">
              <a:solidFill>
                <a:schemeClr val="tx2"/>
              </a:solidFill>
            </a:rPr>
            <a:t>Fisioterapi</a:t>
          </a:r>
          <a:r>
            <a:rPr lang="en-US" dirty="0">
              <a:solidFill>
                <a:schemeClr val="tx2"/>
              </a:solidFill>
            </a:rPr>
            <a:t> </a:t>
          </a:r>
        </a:p>
      </dgm:t>
    </dgm:pt>
    <dgm:pt modelId="{BBBCA638-5BA7-40E2-945C-F644D12A4180}" type="parTrans" cxnId="{E4CCBB42-AA50-4455-9C29-6A71F527D2F7}">
      <dgm:prSet/>
      <dgm:spPr/>
      <dgm:t>
        <a:bodyPr/>
        <a:lstStyle/>
        <a:p>
          <a:endParaRPr lang="en-US"/>
        </a:p>
      </dgm:t>
    </dgm:pt>
    <dgm:pt modelId="{A535829D-6553-432B-B131-978C29F3F952}" type="sibTrans" cxnId="{E4CCBB42-AA50-4455-9C29-6A71F527D2F7}">
      <dgm:prSet/>
      <dgm:spPr/>
      <dgm:t>
        <a:bodyPr/>
        <a:lstStyle/>
        <a:p>
          <a:endParaRPr lang="en-US"/>
        </a:p>
      </dgm:t>
    </dgm:pt>
    <dgm:pt modelId="{669FC701-066C-4116-AE43-681DBE517CAD}" type="pres">
      <dgm:prSet presAssocID="{BC31E2B5-C9BA-4D50-A707-F43F616308D0}" presName="linearFlow" presStyleCnt="0">
        <dgm:presLayoutVars>
          <dgm:dir/>
          <dgm:resizeHandles val="exact"/>
        </dgm:presLayoutVars>
      </dgm:prSet>
      <dgm:spPr/>
    </dgm:pt>
    <dgm:pt modelId="{3253FDA7-DD90-499B-AE2C-83A7338F44A9}" type="pres">
      <dgm:prSet presAssocID="{3A1F937B-ED0E-422D-B454-B7E403F2C059}" presName="comp" presStyleCnt="0"/>
      <dgm:spPr/>
    </dgm:pt>
    <dgm:pt modelId="{571471C5-B709-40FB-A4E7-41CBC63DAB56}" type="pres">
      <dgm:prSet presAssocID="{3A1F937B-ED0E-422D-B454-B7E403F2C059}" presName="rect2" presStyleLbl="node1" presStyleIdx="0" presStyleCnt="5">
        <dgm:presLayoutVars>
          <dgm:bulletEnabled val="1"/>
        </dgm:presLayoutVars>
      </dgm:prSet>
      <dgm:spPr/>
    </dgm:pt>
    <dgm:pt modelId="{8B2E19F4-6BAA-4ED0-9CEA-DAF8A6A471C3}" type="pres">
      <dgm:prSet presAssocID="{3A1F937B-ED0E-422D-B454-B7E403F2C059}" presName="rect1" presStyleLbl="lnNode1" presStyleIdx="0" presStyleCnt="5"/>
      <dgm:spPr/>
    </dgm:pt>
    <dgm:pt modelId="{2E1B5132-0089-4265-A169-633FCB2DB270}" type="pres">
      <dgm:prSet presAssocID="{255B2BEF-C576-4E9E-A3DD-C32BE636C8AB}" presName="sibTrans" presStyleCnt="0"/>
      <dgm:spPr/>
    </dgm:pt>
    <dgm:pt modelId="{A0AE8C4C-22C5-4173-B2D3-C3A903842209}" type="pres">
      <dgm:prSet presAssocID="{90F297CA-450E-4B5D-BCEE-1832F4981733}" presName="comp" presStyleCnt="0"/>
      <dgm:spPr/>
    </dgm:pt>
    <dgm:pt modelId="{13CECFDA-4A6D-41E8-94F2-1E3BBC6002A8}" type="pres">
      <dgm:prSet presAssocID="{90F297CA-450E-4B5D-BCEE-1832F4981733}" presName="rect2" presStyleLbl="node1" presStyleIdx="1" presStyleCnt="5">
        <dgm:presLayoutVars>
          <dgm:bulletEnabled val="1"/>
        </dgm:presLayoutVars>
      </dgm:prSet>
      <dgm:spPr/>
    </dgm:pt>
    <dgm:pt modelId="{E937229F-8C74-4534-AA16-676ED91671A5}" type="pres">
      <dgm:prSet presAssocID="{90F297CA-450E-4B5D-BCEE-1832F4981733}" presName="rect1" presStyleLbl="lnNode1" presStyleIdx="1" presStyleCnt="5"/>
      <dgm:spPr/>
    </dgm:pt>
    <dgm:pt modelId="{13685589-806D-4F30-901F-A322B3FA8451}" type="pres">
      <dgm:prSet presAssocID="{286A6C93-0BC9-43C7-8F61-2B3C1B5FDBDD}" presName="sibTrans" presStyleCnt="0"/>
      <dgm:spPr/>
    </dgm:pt>
    <dgm:pt modelId="{441CFB18-E72E-4F4C-A286-C8C8CC9A297A}" type="pres">
      <dgm:prSet presAssocID="{FFE9E413-0E12-43E1-8246-BC1A2A64CF64}" presName="comp" presStyleCnt="0"/>
      <dgm:spPr/>
    </dgm:pt>
    <dgm:pt modelId="{3E3C1920-E31B-4090-91A8-0F5DE4EB8AC3}" type="pres">
      <dgm:prSet presAssocID="{FFE9E413-0E12-43E1-8246-BC1A2A64CF64}" presName="rect2" presStyleLbl="node1" presStyleIdx="2" presStyleCnt="5">
        <dgm:presLayoutVars>
          <dgm:bulletEnabled val="1"/>
        </dgm:presLayoutVars>
      </dgm:prSet>
      <dgm:spPr/>
    </dgm:pt>
    <dgm:pt modelId="{8DB142EC-E5F6-4E56-ABAA-988488F0FC42}" type="pres">
      <dgm:prSet presAssocID="{FFE9E413-0E12-43E1-8246-BC1A2A64CF64}" presName="rect1" presStyleLbl="lnNode1" presStyleIdx="2" presStyleCnt="5"/>
      <dgm:spPr/>
    </dgm:pt>
    <dgm:pt modelId="{89824477-F1E2-49C2-8146-AB8D734EECFD}" type="pres">
      <dgm:prSet presAssocID="{B470463E-75A3-44DC-9988-67B7A48D9D09}" presName="sibTrans" presStyleCnt="0"/>
      <dgm:spPr/>
    </dgm:pt>
    <dgm:pt modelId="{038A4C08-ED6D-4BE6-9FFB-178DD82A794B}" type="pres">
      <dgm:prSet presAssocID="{85AAB8C2-CFFD-4A17-9102-5E4BE6EC0551}" presName="comp" presStyleCnt="0"/>
      <dgm:spPr/>
    </dgm:pt>
    <dgm:pt modelId="{81C34BF7-281D-4D40-B432-C2F7EB26BFB1}" type="pres">
      <dgm:prSet presAssocID="{85AAB8C2-CFFD-4A17-9102-5E4BE6EC0551}" presName="rect2" presStyleLbl="node1" presStyleIdx="3" presStyleCnt="5">
        <dgm:presLayoutVars>
          <dgm:bulletEnabled val="1"/>
        </dgm:presLayoutVars>
      </dgm:prSet>
      <dgm:spPr/>
    </dgm:pt>
    <dgm:pt modelId="{2DE16E0D-3C7B-4828-A673-1CBA3D7B3C15}" type="pres">
      <dgm:prSet presAssocID="{85AAB8C2-CFFD-4A17-9102-5E4BE6EC0551}" presName="rect1" presStyleLbl="lnNode1" presStyleIdx="3" presStyleCnt="5"/>
      <dgm:spPr/>
    </dgm:pt>
    <dgm:pt modelId="{06A0BBA4-CEA7-495A-81DD-6145A424378B}" type="pres">
      <dgm:prSet presAssocID="{2529E9D5-6D0E-447D-8DF1-5FF6D0E09B7E}" presName="sibTrans" presStyleCnt="0"/>
      <dgm:spPr/>
    </dgm:pt>
    <dgm:pt modelId="{9A75BD3F-7615-4407-BE98-030C563C1745}" type="pres">
      <dgm:prSet presAssocID="{69C6237E-FB43-4573-88E9-13712C69A5BF}" presName="comp" presStyleCnt="0"/>
      <dgm:spPr/>
    </dgm:pt>
    <dgm:pt modelId="{912B6945-22C2-44A3-9736-6BDF5B63499C}" type="pres">
      <dgm:prSet presAssocID="{69C6237E-FB43-4573-88E9-13712C69A5BF}" presName="rect2" presStyleLbl="node1" presStyleIdx="4" presStyleCnt="5">
        <dgm:presLayoutVars>
          <dgm:bulletEnabled val="1"/>
        </dgm:presLayoutVars>
      </dgm:prSet>
      <dgm:spPr/>
    </dgm:pt>
    <dgm:pt modelId="{425E3B73-1AC3-4F14-B28B-9FC723E42B11}" type="pres">
      <dgm:prSet presAssocID="{69C6237E-FB43-4573-88E9-13712C69A5BF}" presName="rect1" presStyleLbl="lnNode1" presStyleIdx="4" presStyleCnt="5"/>
      <dgm:spPr/>
    </dgm:pt>
  </dgm:ptLst>
  <dgm:cxnLst>
    <dgm:cxn modelId="{7B0E5F34-F8C7-4874-8BAF-1BC5DBC1717C}" srcId="{BC31E2B5-C9BA-4D50-A707-F43F616308D0}" destId="{90F297CA-450E-4B5D-BCEE-1832F4981733}" srcOrd="1" destOrd="0" parTransId="{A2651CBF-CF55-4CA8-AAE9-B83A61A5F31C}" sibTransId="{286A6C93-0BC9-43C7-8F61-2B3C1B5FDBDD}"/>
    <dgm:cxn modelId="{A986585B-334B-4012-8D64-0C95AD522733}" type="presOf" srcId="{69C6237E-FB43-4573-88E9-13712C69A5BF}" destId="{912B6945-22C2-44A3-9736-6BDF5B63499C}" srcOrd="0" destOrd="0" presId="urn:microsoft.com/office/officeart/2008/layout/AlternatingPictureBlocks"/>
    <dgm:cxn modelId="{9097855E-EBAB-452C-A8D8-C1B9687C2B4B}" type="presOf" srcId="{85AAB8C2-CFFD-4A17-9102-5E4BE6EC0551}" destId="{81C34BF7-281D-4D40-B432-C2F7EB26BFB1}" srcOrd="0" destOrd="0" presId="urn:microsoft.com/office/officeart/2008/layout/AlternatingPictureBlocks"/>
    <dgm:cxn modelId="{E4CCBB42-AA50-4455-9C29-6A71F527D2F7}" srcId="{BC31E2B5-C9BA-4D50-A707-F43F616308D0}" destId="{69C6237E-FB43-4573-88E9-13712C69A5BF}" srcOrd="4" destOrd="0" parTransId="{BBBCA638-5BA7-40E2-945C-F644D12A4180}" sibTransId="{A535829D-6553-432B-B131-978C29F3F952}"/>
    <dgm:cxn modelId="{A4B20C69-D546-43F5-8B10-6B23E7E2A75B}" type="presOf" srcId="{BC31E2B5-C9BA-4D50-A707-F43F616308D0}" destId="{669FC701-066C-4116-AE43-681DBE517CAD}" srcOrd="0" destOrd="0" presId="urn:microsoft.com/office/officeart/2008/layout/AlternatingPictureBlocks"/>
    <dgm:cxn modelId="{27D2F849-0BAE-48EE-9B7A-54A09EEE3BF1}" srcId="{BC31E2B5-C9BA-4D50-A707-F43F616308D0}" destId="{FFE9E413-0E12-43E1-8246-BC1A2A64CF64}" srcOrd="2" destOrd="0" parTransId="{9D2C7EC3-C3D0-4FEB-BA9C-64250B14FE36}" sibTransId="{B470463E-75A3-44DC-9988-67B7A48D9D09}"/>
    <dgm:cxn modelId="{E9B61875-1DBC-4391-9BC5-047EA542DDC1}" type="presOf" srcId="{3A1F937B-ED0E-422D-B454-B7E403F2C059}" destId="{571471C5-B709-40FB-A4E7-41CBC63DAB56}" srcOrd="0" destOrd="0" presId="urn:microsoft.com/office/officeart/2008/layout/AlternatingPictureBlocks"/>
    <dgm:cxn modelId="{F8C79895-DE1E-445B-B726-21EF7A06E61A}" type="presOf" srcId="{FFE9E413-0E12-43E1-8246-BC1A2A64CF64}" destId="{3E3C1920-E31B-4090-91A8-0F5DE4EB8AC3}" srcOrd="0" destOrd="0" presId="urn:microsoft.com/office/officeart/2008/layout/AlternatingPictureBlocks"/>
    <dgm:cxn modelId="{2BB9E6DB-10CC-4A41-8574-0534FF096422}" srcId="{BC31E2B5-C9BA-4D50-A707-F43F616308D0}" destId="{85AAB8C2-CFFD-4A17-9102-5E4BE6EC0551}" srcOrd="3" destOrd="0" parTransId="{DE437E25-3DBF-4387-8535-0CEAF7ADF942}" sibTransId="{2529E9D5-6D0E-447D-8DF1-5FF6D0E09B7E}"/>
    <dgm:cxn modelId="{BD31BCDC-DDDA-490D-965C-6033D5F7B3D6}" srcId="{BC31E2B5-C9BA-4D50-A707-F43F616308D0}" destId="{3A1F937B-ED0E-422D-B454-B7E403F2C059}" srcOrd="0" destOrd="0" parTransId="{79969B0A-D06F-4E96-9E70-2B6B41547559}" sibTransId="{255B2BEF-C576-4E9E-A3DD-C32BE636C8AB}"/>
    <dgm:cxn modelId="{B69DC8DC-80A2-4297-B6F1-85CF5A26D10D}" type="presOf" srcId="{90F297CA-450E-4B5D-BCEE-1832F4981733}" destId="{13CECFDA-4A6D-41E8-94F2-1E3BBC6002A8}" srcOrd="0" destOrd="0" presId="urn:microsoft.com/office/officeart/2008/layout/AlternatingPictureBlocks"/>
    <dgm:cxn modelId="{48FFFFB6-83E4-4BDE-98E2-4CF21C579C0C}" type="presParOf" srcId="{669FC701-066C-4116-AE43-681DBE517CAD}" destId="{3253FDA7-DD90-499B-AE2C-83A7338F44A9}" srcOrd="0" destOrd="0" presId="urn:microsoft.com/office/officeart/2008/layout/AlternatingPictureBlocks"/>
    <dgm:cxn modelId="{5E87FF39-7C25-4563-9B46-20ECEF9D2F66}" type="presParOf" srcId="{3253FDA7-DD90-499B-AE2C-83A7338F44A9}" destId="{571471C5-B709-40FB-A4E7-41CBC63DAB56}" srcOrd="0" destOrd="0" presId="urn:microsoft.com/office/officeart/2008/layout/AlternatingPictureBlocks"/>
    <dgm:cxn modelId="{5A0DCC7F-429E-44D8-959B-8B61E9900937}" type="presParOf" srcId="{3253FDA7-DD90-499B-AE2C-83A7338F44A9}" destId="{8B2E19F4-6BAA-4ED0-9CEA-DAF8A6A471C3}" srcOrd="1" destOrd="0" presId="urn:microsoft.com/office/officeart/2008/layout/AlternatingPictureBlocks"/>
    <dgm:cxn modelId="{60591108-CA0D-4DFF-A9DD-C60EC5A8045E}" type="presParOf" srcId="{669FC701-066C-4116-AE43-681DBE517CAD}" destId="{2E1B5132-0089-4265-A169-633FCB2DB270}" srcOrd="1" destOrd="0" presId="urn:microsoft.com/office/officeart/2008/layout/AlternatingPictureBlocks"/>
    <dgm:cxn modelId="{60E9E779-7A36-46CE-B0E5-4199CE9787DF}" type="presParOf" srcId="{669FC701-066C-4116-AE43-681DBE517CAD}" destId="{A0AE8C4C-22C5-4173-B2D3-C3A903842209}" srcOrd="2" destOrd="0" presId="urn:microsoft.com/office/officeart/2008/layout/AlternatingPictureBlocks"/>
    <dgm:cxn modelId="{913DB025-3E93-49A8-8862-1EC46E8D893D}" type="presParOf" srcId="{A0AE8C4C-22C5-4173-B2D3-C3A903842209}" destId="{13CECFDA-4A6D-41E8-94F2-1E3BBC6002A8}" srcOrd="0" destOrd="0" presId="urn:microsoft.com/office/officeart/2008/layout/AlternatingPictureBlocks"/>
    <dgm:cxn modelId="{AB4B793F-C79F-467E-AAE5-34704536626B}" type="presParOf" srcId="{A0AE8C4C-22C5-4173-B2D3-C3A903842209}" destId="{E937229F-8C74-4534-AA16-676ED91671A5}" srcOrd="1" destOrd="0" presId="urn:microsoft.com/office/officeart/2008/layout/AlternatingPictureBlocks"/>
    <dgm:cxn modelId="{3F41C35A-6411-4489-B14D-F9F92A0D93D7}" type="presParOf" srcId="{669FC701-066C-4116-AE43-681DBE517CAD}" destId="{13685589-806D-4F30-901F-A322B3FA8451}" srcOrd="3" destOrd="0" presId="urn:microsoft.com/office/officeart/2008/layout/AlternatingPictureBlocks"/>
    <dgm:cxn modelId="{B235D449-B4BB-4984-A3E1-EB935B6B6BF1}" type="presParOf" srcId="{669FC701-066C-4116-AE43-681DBE517CAD}" destId="{441CFB18-E72E-4F4C-A286-C8C8CC9A297A}" srcOrd="4" destOrd="0" presId="urn:microsoft.com/office/officeart/2008/layout/AlternatingPictureBlocks"/>
    <dgm:cxn modelId="{1A6C6C84-A428-4B85-812B-327BEFF8867A}" type="presParOf" srcId="{441CFB18-E72E-4F4C-A286-C8C8CC9A297A}" destId="{3E3C1920-E31B-4090-91A8-0F5DE4EB8AC3}" srcOrd="0" destOrd="0" presId="urn:microsoft.com/office/officeart/2008/layout/AlternatingPictureBlocks"/>
    <dgm:cxn modelId="{0B507B11-3628-4586-A49E-C05E665AC7C2}" type="presParOf" srcId="{441CFB18-E72E-4F4C-A286-C8C8CC9A297A}" destId="{8DB142EC-E5F6-4E56-ABAA-988488F0FC42}" srcOrd="1" destOrd="0" presId="urn:microsoft.com/office/officeart/2008/layout/AlternatingPictureBlocks"/>
    <dgm:cxn modelId="{329E12C9-C9D8-43FD-8964-959CF3053B8E}" type="presParOf" srcId="{669FC701-066C-4116-AE43-681DBE517CAD}" destId="{89824477-F1E2-49C2-8146-AB8D734EECFD}" srcOrd="5" destOrd="0" presId="urn:microsoft.com/office/officeart/2008/layout/AlternatingPictureBlocks"/>
    <dgm:cxn modelId="{1078B1DA-BB27-4DB2-AE03-A0F1651A6F42}" type="presParOf" srcId="{669FC701-066C-4116-AE43-681DBE517CAD}" destId="{038A4C08-ED6D-4BE6-9FFB-178DD82A794B}" srcOrd="6" destOrd="0" presId="urn:microsoft.com/office/officeart/2008/layout/AlternatingPictureBlocks"/>
    <dgm:cxn modelId="{A2EAEA76-2B56-4AB5-8E67-19EE729EA6C1}" type="presParOf" srcId="{038A4C08-ED6D-4BE6-9FFB-178DD82A794B}" destId="{81C34BF7-281D-4D40-B432-C2F7EB26BFB1}" srcOrd="0" destOrd="0" presId="urn:microsoft.com/office/officeart/2008/layout/AlternatingPictureBlocks"/>
    <dgm:cxn modelId="{6CB27FFF-7F54-436A-BCB4-774C22064412}" type="presParOf" srcId="{038A4C08-ED6D-4BE6-9FFB-178DD82A794B}" destId="{2DE16E0D-3C7B-4828-A673-1CBA3D7B3C15}" srcOrd="1" destOrd="0" presId="urn:microsoft.com/office/officeart/2008/layout/AlternatingPictureBlocks"/>
    <dgm:cxn modelId="{9C66BEFA-55B7-4B26-85D0-A907B5E6D4E7}" type="presParOf" srcId="{669FC701-066C-4116-AE43-681DBE517CAD}" destId="{06A0BBA4-CEA7-495A-81DD-6145A424378B}" srcOrd="7" destOrd="0" presId="urn:microsoft.com/office/officeart/2008/layout/AlternatingPictureBlocks"/>
    <dgm:cxn modelId="{981407C6-770E-4AE9-BF8A-76A56BD43FBD}" type="presParOf" srcId="{669FC701-066C-4116-AE43-681DBE517CAD}" destId="{9A75BD3F-7615-4407-BE98-030C563C1745}" srcOrd="8" destOrd="0" presId="urn:microsoft.com/office/officeart/2008/layout/AlternatingPictureBlocks"/>
    <dgm:cxn modelId="{924CD989-06C4-4429-AFF1-4E15857A43C3}" type="presParOf" srcId="{9A75BD3F-7615-4407-BE98-030C563C1745}" destId="{912B6945-22C2-44A3-9736-6BDF5B63499C}" srcOrd="0" destOrd="0" presId="urn:microsoft.com/office/officeart/2008/layout/AlternatingPictureBlocks"/>
    <dgm:cxn modelId="{82D776D3-3122-4819-BDBC-2C71AA55DA4B}" type="presParOf" srcId="{9A75BD3F-7615-4407-BE98-030C563C1745}" destId="{425E3B73-1AC3-4F14-B28B-9FC723E42B11}" srcOrd="1" destOrd="0" presId="urn:microsoft.com/office/officeart/2008/layout/AlternatingPicture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BC31E2B5-C9BA-4D50-A707-F43F616308D0}" type="doc">
      <dgm:prSet loTypeId="urn:microsoft.com/office/officeart/2008/layout/AlternatingPictureBlocks" loCatId="list" qsTypeId="urn:microsoft.com/office/officeart/2005/8/quickstyle/3d1" qsCatId="3D" csTypeId="urn:microsoft.com/office/officeart/2005/8/colors/accent1_4" csCatId="accent1" phldr="1"/>
      <dgm:spPr/>
    </dgm:pt>
    <dgm:pt modelId="{3A1F937B-ED0E-422D-B454-B7E403F2C059}">
      <dgm:prSet phldrT="[Text]"/>
      <dgm:spPr/>
      <dgm:t>
        <a:bodyPr/>
        <a:lstStyle/>
        <a:p>
          <a:r>
            <a:rPr lang="en-US" dirty="0" err="1">
              <a:solidFill>
                <a:schemeClr val="tx2"/>
              </a:solidFill>
            </a:rPr>
            <a:t>Banyak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sekali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respon</a:t>
          </a:r>
          <a:r>
            <a:rPr lang="en-US" dirty="0">
              <a:solidFill>
                <a:schemeClr val="tx2"/>
              </a:solidFill>
            </a:rPr>
            <a:t> yang </a:t>
          </a:r>
          <a:r>
            <a:rPr lang="en-US" dirty="0" err="1">
              <a:solidFill>
                <a:schemeClr val="tx2"/>
              </a:solidFill>
            </a:rPr>
            <a:t>sering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muncul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berkaitan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dengan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faktor-faktor</a:t>
          </a:r>
          <a:r>
            <a:rPr lang="en-US" dirty="0">
              <a:solidFill>
                <a:schemeClr val="tx2"/>
              </a:solidFill>
            </a:rPr>
            <a:t> yang </a:t>
          </a:r>
          <a:r>
            <a:rPr lang="en-US" dirty="0" err="1">
              <a:solidFill>
                <a:schemeClr val="tx2"/>
              </a:solidFill>
            </a:rPr>
            <a:t>memengaruhi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perkembangan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seorang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anak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sehingga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tergolong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nonnormatif</a:t>
          </a:r>
          <a:r>
            <a:rPr lang="en-US" dirty="0">
              <a:solidFill>
                <a:schemeClr val="tx2"/>
              </a:solidFill>
            </a:rPr>
            <a:t>. </a:t>
          </a:r>
          <a:r>
            <a:rPr lang="en-US" dirty="0" err="1">
              <a:solidFill>
                <a:schemeClr val="tx2"/>
              </a:solidFill>
            </a:rPr>
            <a:t>Beberapa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faktor</a:t>
          </a:r>
          <a:r>
            <a:rPr lang="en-US" dirty="0">
              <a:solidFill>
                <a:schemeClr val="tx2"/>
              </a:solidFill>
            </a:rPr>
            <a:t> yang </a:t>
          </a:r>
          <a:r>
            <a:rPr lang="en-US" dirty="0" err="1">
              <a:solidFill>
                <a:schemeClr val="tx2"/>
              </a:solidFill>
            </a:rPr>
            <a:t>memengaruhi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adalah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faktor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biologis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dan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lingkungan</a:t>
          </a:r>
          <a:r>
            <a:rPr lang="en-US" dirty="0">
              <a:solidFill>
                <a:schemeClr val="tx2"/>
              </a:solidFill>
            </a:rPr>
            <a:t>, </a:t>
          </a:r>
          <a:r>
            <a:rPr lang="en-US" dirty="0" err="1">
              <a:solidFill>
                <a:schemeClr val="tx2"/>
              </a:solidFill>
            </a:rPr>
            <a:t>termasuk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penyimpangan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perkembangan</a:t>
          </a:r>
          <a:r>
            <a:rPr lang="en-US" dirty="0">
              <a:solidFill>
                <a:schemeClr val="tx2"/>
              </a:solidFill>
            </a:rPr>
            <a:t> yang </a:t>
          </a:r>
          <a:r>
            <a:rPr lang="en-US" dirty="0" err="1">
              <a:solidFill>
                <a:schemeClr val="tx2"/>
              </a:solidFill>
            </a:rPr>
            <a:t>permanen</a:t>
          </a:r>
          <a:r>
            <a:rPr lang="en-US" dirty="0">
              <a:solidFill>
                <a:schemeClr val="tx2"/>
              </a:solidFill>
            </a:rPr>
            <a:t>, </a:t>
          </a:r>
          <a:r>
            <a:rPr lang="en-US" dirty="0" err="1">
              <a:solidFill>
                <a:schemeClr val="tx2"/>
              </a:solidFill>
            </a:rPr>
            <a:t>efek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tidur</a:t>
          </a:r>
          <a:r>
            <a:rPr lang="en-US" dirty="0">
              <a:solidFill>
                <a:schemeClr val="tx2"/>
              </a:solidFill>
            </a:rPr>
            <a:t> (</a:t>
          </a:r>
          <a:r>
            <a:rPr lang="en-US" dirty="0" err="1">
              <a:solidFill>
                <a:schemeClr val="tx2"/>
              </a:solidFill>
            </a:rPr>
            <a:t>efek</a:t>
          </a:r>
          <a:r>
            <a:rPr lang="en-US" dirty="0">
              <a:solidFill>
                <a:schemeClr val="tx2"/>
              </a:solidFill>
            </a:rPr>
            <a:t> yang </a:t>
          </a:r>
          <a:r>
            <a:rPr lang="en-US" dirty="0" err="1">
              <a:solidFill>
                <a:schemeClr val="tx2"/>
              </a:solidFill>
            </a:rPr>
            <a:t>tertunda</a:t>
          </a:r>
          <a:r>
            <a:rPr lang="en-US" dirty="0">
              <a:solidFill>
                <a:schemeClr val="tx2"/>
              </a:solidFill>
            </a:rPr>
            <a:t>) yang </a:t>
          </a:r>
          <a:r>
            <a:rPr lang="en-US" dirty="0" err="1">
              <a:solidFill>
                <a:schemeClr val="tx2"/>
              </a:solidFill>
            </a:rPr>
            <a:t>baru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akan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muncul</a:t>
          </a:r>
          <a:r>
            <a:rPr lang="en-US" dirty="0">
              <a:solidFill>
                <a:schemeClr val="tx2"/>
              </a:solidFill>
            </a:rPr>
            <a:t> di </a:t>
          </a:r>
          <a:r>
            <a:rPr lang="en-US" dirty="0" err="1">
              <a:solidFill>
                <a:schemeClr val="tx2"/>
              </a:solidFill>
            </a:rPr>
            <a:t>kemudian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hari</a:t>
          </a:r>
          <a:r>
            <a:rPr lang="en-US" dirty="0">
              <a:solidFill>
                <a:schemeClr val="tx2"/>
              </a:solidFill>
            </a:rPr>
            <a:t>, </a:t>
          </a:r>
          <a:r>
            <a:rPr lang="en-US" dirty="0" err="1">
              <a:solidFill>
                <a:schemeClr val="tx2"/>
              </a:solidFill>
            </a:rPr>
            <a:t>ketangguhan</a:t>
          </a:r>
          <a:r>
            <a:rPr lang="en-US" dirty="0">
              <a:solidFill>
                <a:schemeClr val="tx2"/>
              </a:solidFill>
            </a:rPr>
            <a:t>, </a:t>
          </a:r>
          <a:r>
            <a:rPr lang="en-US" dirty="0" err="1">
              <a:solidFill>
                <a:schemeClr val="tx2"/>
              </a:solidFill>
            </a:rPr>
            <a:t>dan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bahkan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kemampuan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menyesesuaikan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diri</a:t>
          </a:r>
          <a:r>
            <a:rPr lang="en-US" dirty="0">
              <a:solidFill>
                <a:schemeClr val="tx2"/>
              </a:solidFill>
            </a:rPr>
            <a:t> yang </a:t>
          </a:r>
          <a:r>
            <a:rPr lang="en-US" dirty="0" err="1">
              <a:solidFill>
                <a:schemeClr val="tx2"/>
              </a:solidFill>
            </a:rPr>
            <a:t>meningkat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dan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menyebabkan</a:t>
          </a:r>
          <a:r>
            <a:rPr lang="en-US" dirty="0">
              <a:solidFill>
                <a:schemeClr val="tx2"/>
              </a:solidFill>
            </a:rPr>
            <a:t> stress.</a:t>
          </a:r>
        </a:p>
      </dgm:t>
    </dgm:pt>
    <dgm:pt modelId="{79969B0A-D06F-4E96-9E70-2B6B41547559}" type="parTrans" cxnId="{BD31BCDC-DDDA-490D-965C-6033D5F7B3D6}">
      <dgm:prSet/>
      <dgm:spPr/>
      <dgm:t>
        <a:bodyPr/>
        <a:lstStyle/>
        <a:p>
          <a:endParaRPr lang="en-US"/>
        </a:p>
      </dgm:t>
    </dgm:pt>
    <dgm:pt modelId="{255B2BEF-C576-4E9E-A3DD-C32BE636C8AB}" type="sibTrans" cxnId="{BD31BCDC-DDDA-490D-965C-6033D5F7B3D6}">
      <dgm:prSet/>
      <dgm:spPr/>
      <dgm:t>
        <a:bodyPr/>
        <a:lstStyle/>
        <a:p>
          <a:endParaRPr lang="en-US"/>
        </a:p>
      </dgm:t>
    </dgm:pt>
    <dgm:pt modelId="{669FC701-066C-4116-AE43-681DBE517CAD}" type="pres">
      <dgm:prSet presAssocID="{BC31E2B5-C9BA-4D50-A707-F43F616308D0}" presName="linearFlow" presStyleCnt="0">
        <dgm:presLayoutVars>
          <dgm:dir/>
          <dgm:resizeHandles val="exact"/>
        </dgm:presLayoutVars>
      </dgm:prSet>
      <dgm:spPr/>
    </dgm:pt>
    <dgm:pt modelId="{3253FDA7-DD90-499B-AE2C-83A7338F44A9}" type="pres">
      <dgm:prSet presAssocID="{3A1F937B-ED0E-422D-B454-B7E403F2C059}" presName="comp" presStyleCnt="0"/>
      <dgm:spPr/>
    </dgm:pt>
    <dgm:pt modelId="{571471C5-B709-40FB-A4E7-41CBC63DAB56}" type="pres">
      <dgm:prSet presAssocID="{3A1F937B-ED0E-422D-B454-B7E403F2C059}" presName="rect2" presStyleLbl="node1" presStyleIdx="0" presStyleCnt="1" custScaleY="138200">
        <dgm:presLayoutVars>
          <dgm:bulletEnabled val="1"/>
        </dgm:presLayoutVars>
      </dgm:prSet>
      <dgm:spPr/>
    </dgm:pt>
    <dgm:pt modelId="{8B2E19F4-6BAA-4ED0-9CEA-DAF8A6A471C3}" type="pres">
      <dgm:prSet presAssocID="{3A1F937B-ED0E-422D-B454-B7E403F2C059}" presName="rect1" presStyleLbl="lnNode1" presStyleIdx="0" presStyleCnt="1"/>
      <dgm:spPr/>
    </dgm:pt>
  </dgm:ptLst>
  <dgm:cxnLst>
    <dgm:cxn modelId="{BBB55132-FFE1-4047-B0E2-A30F85DA2457}" type="presOf" srcId="{BC31E2B5-C9BA-4D50-A707-F43F616308D0}" destId="{669FC701-066C-4116-AE43-681DBE517CAD}" srcOrd="0" destOrd="0" presId="urn:microsoft.com/office/officeart/2008/layout/AlternatingPictureBlocks"/>
    <dgm:cxn modelId="{D0F3D749-0D81-4389-8030-3BA9A989E8A4}" type="presOf" srcId="{3A1F937B-ED0E-422D-B454-B7E403F2C059}" destId="{571471C5-B709-40FB-A4E7-41CBC63DAB56}" srcOrd="0" destOrd="0" presId="urn:microsoft.com/office/officeart/2008/layout/AlternatingPictureBlocks"/>
    <dgm:cxn modelId="{BD31BCDC-DDDA-490D-965C-6033D5F7B3D6}" srcId="{BC31E2B5-C9BA-4D50-A707-F43F616308D0}" destId="{3A1F937B-ED0E-422D-B454-B7E403F2C059}" srcOrd="0" destOrd="0" parTransId="{79969B0A-D06F-4E96-9E70-2B6B41547559}" sibTransId="{255B2BEF-C576-4E9E-A3DD-C32BE636C8AB}"/>
    <dgm:cxn modelId="{9773180B-6BCA-464C-94FB-3262EF1304D2}" type="presParOf" srcId="{669FC701-066C-4116-AE43-681DBE517CAD}" destId="{3253FDA7-DD90-499B-AE2C-83A7338F44A9}" srcOrd="0" destOrd="0" presId="urn:microsoft.com/office/officeart/2008/layout/AlternatingPictureBlocks"/>
    <dgm:cxn modelId="{7169B65A-E8A5-409C-B956-81A535BA8EA4}" type="presParOf" srcId="{3253FDA7-DD90-499B-AE2C-83A7338F44A9}" destId="{571471C5-B709-40FB-A4E7-41CBC63DAB56}" srcOrd="0" destOrd="0" presId="urn:microsoft.com/office/officeart/2008/layout/AlternatingPictureBlocks"/>
    <dgm:cxn modelId="{11AF34BC-24DA-4C5E-B16B-1F0CE5A8D466}" type="presParOf" srcId="{3253FDA7-DD90-499B-AE2C-83A7338F44A9}" destId="{8B2E19F4-6BAA-4ED0-9CEA-DAF8A6A471C3}" srcOrd="1" destOrd="0" presId="urn:microsoft.com/office/officeart/2008/layout/AlternatingPicture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BC31E2B5-C9BA-4D50-A707-F43F616308D0}" type="doc">
      <dgm:prSet loTypeId="urn:microsoft.com/office/officeart/2008/layout/PictureStrips" loCatId="list" qsTypeId="urn:microsoft.com/office/officeart/2005/8/quickstyle/3d1" qsCatId="3D" csTypeId="urn:microsoft.com/office/officeart/2005/8/colors/accent1_4" csCatId="accent1" phldr="1"/>
      <dgm:spPr/>
    </dgm:pt>
    <dgm:pt modelId="{3A1F937B-ED0E-422D-B454-B7E403F2C059}">
      <dgm:prSet phldrT="[Text]"/>
      <dgm:spPr/>
      <dgm:t>
        <a:bodyPr/>
        <a:lstStyle/>
        <a:p>
          <a:r>
            <a:rPr lang="en-US" dirty="0" err="1">
              <a:solidFill>
                <a:schemeClr val="tx2"/>
              </a:solidFill>
            </a:rPr>
            <a:t>Dampak</a:t>
          </a:r>
          <a:r>
            <a:rPr lang="en-US" dirty="0">
              <a:solidFill>
                <a:schemeClr val="tx2"/>
              </a:solidFill>
            </a:rPr>
            <a:t> yang paling </a:t>
          </a:r>
          <a:r>
            <a:rPr lang="en-US" dirty="0" err="1">
              <a:solidFill>
                <a:schemeClr val="tx2"/>
              </a:solidFill>
            </a:rPr>
            <a:t>positif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muncl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saat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faktor-faktor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protektif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tersedia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untuk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meningkatkan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penyesuaian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diri</a:t>
          </a:r>
          <a:r>
            <a:rPr lang="en-US" dirty="0">
              <a:solidFill>
                <a:schemeClr val="tx2"/>
              </a:solidFill>
            </a:rPr>
            <a:t>. </a:t>
          </a:r>
          <a:r>
            <a:rPr lang="en-US" dirty="0" err="1">
              <a:solidFill>
                <a:schemeClr val="tx2"/>
              </a:solidFill>
            </a:rPr>
            <a:t>Faktor-faktor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protektif</a:t>
          </a:r>
          <a:r>
            <a:rPr lang="en-US" dirty="0">
              <a:solidFill>
                <a:schemeClr val="tx2"/>
              </a:solidFill>
            </a:rPr>
            <a:t> yang </a:t>
          </a:r>
          <a:r>
            <a:rPr lang="en-US" dirty="0" err="1">
              <a:solidFill>
                <a:schemeClr val="tx2"/>
              </a:solidFill>
            </a:rPr>
            <a:t>telah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dapat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diidentifikasi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adalah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atribut</a:t>
          </a:r>
          <a:r>
            <a:rPr lang="en-US" dirty="0">
              <a:solidFill>
                <a:schemeClr val="tx2"/>
              </a:solidFill>
            </a:rPr>
            <a:t> individual yang </a:t>
          </a:r>
          <a:r>
            <a:rPr lang="en-US" dirty="0" err="1">
              <a:solidFill>
                <a:schemeClr val="tx2"/>
              </a:solidFill>
            </a:rPr>
            <a:t>positif</a:t>
          </a:r>
          <a:r>
            <a:rPr lang="en-US" dirty="0">
              <a:solidFill>
                <a:schemeClr val="tx2"/>
              </a:solidFill>
            </a:rPr>
            <a:t> (</a:t>
          </a:r>
          <a:r>
            <a:rPr lang="en-US" dirty="0" err="1">
              <a:solidFill>
                <a:schemeClr val="tx2"/>
              </a:solidFill>
            </a:rPr>
            <a:t>misalnya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bertempramen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menyenangkan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atau</a:t>
          </a:r>
          <a:r>
            <a:rPr lang="en-US" dirty="0">
              <a:solidFill>
                <a:schemeClr val="tx2"/>
              </a:solidFill>
            </a:rPr>
            <a:t> easy </a:t>
          </a:r>
          <a:r>
            <a:rPr lang="en-US" dirty="0" err="1">
              <a:solidFill>
                <a:schemeClr val="tx2"/>
              </a:solidFill>
            </a:rPr>
            <a:t>tempramen</a:t>
          </a:r>
          <a:r>
            <a:rPr lang="en-US" dirty="0">
              <a:solidFill>
                <a:schemeClr val="tx2"/>
              </a:solidFill>
            </a:rPr>
            <a:t>), </a:t>
          </a:r>
          <a:r>
            <a:rPr lang="en-US" dirty="0" err="1">
              <a:solidFill>
                <a:schemeClr val="tx2"/>
              </a:solidFill>
            </a:rPr>
            <a:t>lingkungan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keluarga</a:t>
          </a:r>
          <a:r>
            <a:rPr lang="en-US" dirty="0">
              <a:solidFill>
                <a:schemeClr val="tx2"/>
              </a:solidFill>
            </a:rPr>
            <a:t> yang </a:t>
          </a:r>
          <a:r>
            <a:rPr lang="en-US" dirty="0" err="1">
              <a:solidFill>
                <a:schemeClr val="tx2"/>
              </a:solidFill>
            </a:rPr>
            <a:t>mendukung</a:t>
          </a:r>
          <a:r>
            <a:rPr lang="en-US" dirty="0">
              <a:solidFill>
                <a:schemeClr val="tx2"/>
              </a:solidFill>
            </a:rPr>
            <a:t>, </a:t>
          </a:r>
          <a:r>
            <a:rPr lang="en-US" dirty="0" err="1">
              <a:solidFill>
                <a:schemeClr val="tx2"/>
              </a:solidFill>
            </a:rPr>
            <a:t>dan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dukungan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sosial</a:t>
          </a:r>
          <a:r>
            <a:rPr lang="en-US" dirty="0">
              <a:solidFill>
                <a:schemeClr val="tx2"/>
              </a:solidFill>
            </a:rPr>
            <a:t> yang </a:t>
          </a:r>
          <a:r>
            <a:rPr lang="en-US" dirty="0" err="1">
              <a:solidFill>
                <a:schemeClr val="tx2"/>
              </a:solidFill>
            </a:rPr>
            <a:t>diperoleh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selain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dari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keluarga</a:t>
          </a:r>
          <a:r>
            <a:rPr lang="en-US" dirty="0">
              <a:solidFill>
                <a:schemeClr val="tx2"/>
              </a:solidFill>
            </a:rPr>
            <a:t> </a:t>
          </a:r>
          <a:r>
            <a:rPr lang="en-US" dirty="0" err="1">
              <a:solidFill>
                <a:schemeClr val="tx2"/>
              </a:solidFill>
            </a:rPr>
            <a:t>inti</a:t>
          </a:r>
          <a:r>
            <a:rPr lang="en-US" dirty="0">
              <a:solidFill>
                <a:schemeClr val="tx2"/>
              </a:solidFill>
            </a:rPr>
            <a:t>.</a:t>
          </a:r>
        </a:p>
      </dgm:t>
    </dgm:pt>
    <dgm:pt modelId="{79969B0A-D06F-4E96-9E70-2B6B41547559}" type="parTrans" cxnId="{BD31BCDC-DDDA-490D-965C-6033D5F7B3D6}">
      <dgm:prSet/>
      <dgm:spPr/>
      <dgm:t>
        <a:bodyPr/>
        <a:lstStyle/>
        <a:p>
          <a:endParaRPr lang="en-US"/>
        </a:p>
      </dgm:t>
    </dgm:pt>
    <dgm:pt modelId="{255B2BEF-C576-4E9E-A3DD-C32BE636C8AB}" type="sibTrans" cxnId="{BD31BCDC-DDDA-490D-965C-6033D5F7B3D6}">
      <dgm:prSet/>
      <dgm:spPr/>
      <dgm:t>
        <a:bodyPr/>
        <a:lstStyle/>
        <a:p>
          <a:endParaRPr lang="en-US"/>
        </a:p>
      </dgm:t>
    </dgm:pt>
    <dgm:pt modelId="{92EB48AB-DF0D-4F49-B360-F6962AF1372C}" type="pres">
      <dgm:prSet presAssocID="{BC31E2B5-C9BA-4D50-A707-F43F616308D0}" presName="Name0" presStyleCnt="0">
        <dgm:presLayoutVars>
          <dgm:dir/>
          <dgm:resizeHandles val="exact"/>
        </dgm:presLayoutVars>
      </dgm:prSet>
      <dgm:spPr/>
    </dgm:pt>
    <dgm:pt modelId="{FF26E640-FD6A-4452-A998-C2A727DBBD24}" type="pres">
      <dgm:prSet presAssocID="{3A1F937B-ED0E-422D-B454-B7E403F2C059}" presName="composite" presStyleCnt="0"/>
      <dgm:spPr/>
    </dgm:pt>
    <dgm:pt modelId="{159D09FA-4FC2-44F7-8801-51B29A393596}" type="pres">
      <dgm:prSet presAssocID="{3A1F937B-ED0E-422D-B454-B7E403F2C059}" presName="rect1" presStyleLbl="trAlignAcc1" presStyleIdx="0" presStyleCnt="1">
        <dgm:presLayoutVars>
          <dgm:bulletEnabled val="1"/>
        </dgm:presLayoutVars>
      </dgm:prSet>
      <dgm:spPr/>
    </dgm:pt>
    <dgm:pt modelId="{CF131B84-EFF9-4178-B296-D270ADE2726A}" type="pres">
      <dgm:prSet presAssocID="{3A1F937B-ED0E-422D-B454-B7E403F2C059}" presName="rect2" presStyleLbl="fgImgPlace1" presStyleIdx="0" presStyleCnt="1"/>
      <dgm:spPr/>
    </dgm:pt>
  </dgm:ptLst>
  <dgm:cxnLst>
    <dgm:cxn modelId="{A376341E-2D26-49AF-95D4-9D584CB0E68C}" type="presOf" srcId="{3A1F937B-ED0E-422D-B454-B7E403F2C059}" destId="{159D09FA-4FC2-44F7-8801-51B29A393596}" srcOrd="0" destOrd="0" presId="urn:microsoft.com/office/officeart/2008/layout/PictureStrips"/>
    <dgm:cxn modelId="{6C71507D-E1D2-4248-8753-C0D6B9B41FE2}" type="presOf" srcId="{BC31E2B5-C9BA-4D50-A707-F43F616308D0}" destId="{92EB48AB-DF0D-4F49-B360-F6962AF1372C}" srcOrd="0" destOrd="0" presId="urn:microsoft.com/office/officeart/2008/layout/PictureStrips"/>
    <dgm:cxn modelId="{BD31BCDC-DDDA-490D-965C-6033D5F7B3D6}" srcId="{BC31E2B5-C9BA-4D50-A707-F43F616308D0}" destId="{3A1F937B-ED0E-422D-B454-B7E403F2C059}" srcOrd="0" destOrd="0" parTransId="{79969B0A-D06F-4E96-9E70-2B6B41547559}" sibTransId="{255B2BEF-C576-4E9E-A3DD-C32BE636C8AB}"/>
    <dgm:cxn modelId="{1A1E761D-86D5-41B0-9C07-564EAFD45D5B}" type="presParOf" srcId="{92EB48AB-DF0D-4F49-B360-F6962AF1372C}" destId="{FF26E640-FD6A-4452-A998-C2A727DBBD24}" srcOrd="0" destOrd="0" presId="urn:microsoft.com/office/officeart/2008/layout/PictureStrips"/>
    <dgm:cxn modelId="{9433E119-7486-49A5-847E-459610071522}" type="presParOf" srcId="{FF26E640-FD6A-4452-A998-C2A727DBBD24}" destId="{159D09FA-4FC2-44F7-8801-51B29A393596}" srcOrd="0" destOrd="0" presId="urn:microsoft.com/office/officeart/2008/layout/PictureStrips"/>
    <dgm:cxn modelId="{4527E136-E205-48AB-83C9-FBBE8D3AAB75}" type="presParOf" srcId="{FF26E640-FD6A-4452-A998-C2A727DBBD24}" destId="{CF131B84-EFF9-4178-B296-D270ADE2726A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BC31E2B5-C9BA-4D50-A707-F43F616308D0}" type="doc">
      <dgm:prSet loTypeId="urn:microsoft.com/office/officeart/2005/8/layout/pyramid2" loCatId="list" qsTypeId="urn:microsoft.com/office/officeart/2005/8/quickstyle/3d1" qsCatId="3D" csTypeId="urn:microsoft.com/office/officeart/2005/8/colors/colorful2" csCatId="colorful" phldr="1"/>
      <dgm:spPr/>
    </dgm:pt>
    <dgm:pt modelId="{3A1F937B-ED0E-422D-B454-B7E403F2C059}">
      <dgm:prSet phldrT="[Text]"/>
      <dgm:spPr/>
      <dgm:t>
        <a:bodyPr/>
        <a:lstStyle/>
        <a:p>
          <a:r>
            <a:rPr lang="en-US" dirty="0" err="1"/>
            <a:t>Beberapa</a:t>
          </a:r>
          <a:r>
            <a:rPr lang="en-US" dirty="0"/>
            <a:t> </a:t>
          </a:r>
          <a:r>
            <a:rPr lang="en-US" dirty="0" err="1"/>
            <a:t>teknik</a:t>
          </a:r>
          <a:r>
            <a:rPr lang="en-US" dirty="0"/>
            <a:t> yang </a:t>
          </a:r>
          <a:r>
            <a:rPr lang="en-US" dirty="0" err="1"/>
            <a:t>dapat</a:t>
          </a:r>
          <a:r>
            <a:rPr lang="en-US" dirty="0"/>
            <a:t> </a:t>
          </a:r>
          <a:r>
            <a:rPr lang="en-US" dirty="0" err="1"/>
            <a:t>digunakan</a:t>
          </a:r>
          <a:r>
            <a:rPr lang="en-US" dirty="0"/>
            <a:t> </a:t>
          </a:r>
          <a:r>
            <a:rPr lang="en-US" dirty="0" err="1"/>
            <a:t>untuk</a:t>
          </a:r>
          <a:r>
            <a:rPr lang="en-US" dirty="0"/>
            <a:t> </a:t>
          </a:r>
          <a:r>
            <a:rPr lang="en-US" dirty="0" err="1"/>
            <a:t>melakukan</a:t>
          </a:r>
          <a:r>
            <a:rPr lang="en-US" dirty="0"/>
            <a:t> </a:t>
          </a:r>
          <a:r>
            <a:rPr lang="en-US" dirty="0" err="1"/>
            <a:t>identifikasi</a:t>
          </a:r>
          <a:r>
            <a:rPr lang="en-US" dirty="0"/>
            <a:t> </a:t>
          </a:r>
          <a:r>
            <a:rPr lang="en-US" dirty="0" err="1"/>
            <a:t>seorang</a:t>
          </a:r>
          <a:r>
            <a:rPr lang="en-US" dirty="0"/>
            <a:t> </a:t>
          </a:r>
          <a:r>
            <a:rPr lang="en-US" dirty="0" err="1"/>
            <a:t>anak</a:t>
          </a:r>
          <a:r>
            <a:rPr lang="en-US" dirty="0"/>
            <a:t> </a:t>
          </a:r>
          <a:r>
            <a:rPr lang="en-US" dirty="0" err="1"/>
            <a:t>mengalami</a:t>
          </a:r>
          <a:r>
            <a:rPr lang="en-US" dirty="0"/>
            <a:t> </a:t>
          </a:r>
          <a:r>
            <a:rPr lang="en-US" dirty="0" err="1"/>
            <a:t>perkembangan</a:t>
          </a:r>
          <a:r>
            <a:rPr lang="en-US" dirty="0"/>
            <a:t> </a:t>
          </a:r>
          <a:r>
            <a:rPr lang="en-US" dirty="0" err="1"/>
            <a:t>nonnormatif</a:t>
          </a:r>
          <a:r>
            <a:rPr lang="en-US" dirty="0"/>
            <a:t> </a:t>
          </a:r>
          <a:r>
            <a:rPr lang="en-US" dirty="0" err="1"/>
            <a:t>atau</a:t>
          </a:r>
          <a:r>
            <a:rPr lang="en-US" dirty="0"/>
            <a:t> </a:t>
          </a:r>
          <a:r>
            <a:rPr lang="en-US" dirty="0" err="1"/>
            <a:t>tidak</a:t>
          </a:r>
          <a:r>
            <a:rPr lang="en-US" dirty="0"/>
            <a:t> </a:t>
          </a:r>
          <a:r>
            <a:rPr lang="en-US" dirty="0" err="1"/>
            <a:t>adalah</a:t>
          </a:r>
          <a:r>
            <a:rPr lang="en-US" dirty="0"/>
            <a:t> </a:t>
          </a:r>
          <a:r>
            <a:rPr lang="en-US" dirty="0" err="1"/>
            <a:t>dengan</a:t>
          </a:r>
          <a:r>
            <a:rPr lang="en-US" dirty="0"/>
            <a:t> </a:t>
          </a:r>
          <a:r>
            <a:rPr lang="en-US" dirty="0" err="1"/>
            <a:t>melakukan</a:t>
          </a:r>
          <a:r>
            <a:rPr lang="en-US" dirty="0"/>
            <a:t> </a:t>
          </a:r>
          <a:r>
            <a:rPr lang="en-US" dirty="0" err="1"/>
            <a:t>wawancara</a:t>
          </a:r>
          <a:r>
            <a:rPr lang="en-US" dirty="0"/>
            <a:t>, </a:t>
          </a:r>
          <a:r>
            <a:rPr lang="en-US" dirty="0" err="1"/>
            <a:t>menggunakan</a:t>
          </a:r>
          <a:r>
            <a:rPr lang="en-US" dirty="0"/>
            <a:t> </a:t>
          </a:r>
          <a:r>
            <a:rPr lang="en-US" dirty="0" err="1"/>
            <a:t>kuisioner</a:t>
          </a:r>
          <a:r>
            <a:rPr lang="en-US" dirty="0"/>
            <a:t> </a:t>
          </a:r>
          <a:r>
            <a:rPr lang="en-US" dirty="0" err="1"/>
            <a:t>dan</a:t>
          </a:r>
          <a:r>
            <a:rPr lang="en-US" dirty="0"/>
            <a:t> </a:t>
          </a:r>
          <a:r>
            <a:rPr lang="en-US" dirty="0" err="1"/>
            <a:t>observasi</a:t>
          </a:r>
          <a:r>
            <a:rPr lang="en-US" dirty="0"/>
            <a:t>. </a:t>
          </a:r>
          <a:r>
            <a:rPr lang="en-US" dirty="0" err="1"/>
            <a:t>Pengumpulan</a:t>
          </a:r>
          <a:r>
            <a:rPr lang="en-US" dirty="0"/>
            <a:t> data </a:t>
          </a:r>
          <a:r>
            <a:rPr lang="en-US" dirty="0" err="1"/>
            <a:t>seoptimal</a:t>
          </a:r>
          <a:r>
            <a:rPr lang="en-US" dirty="0"/>
            <a:t> </a:t>
          </a:r>
          <a:r>
            <a:rPr lang="en-US" dirty="0" err="1"/>
            <a:t>mungkin</a:t>
          </a:r>
          <a:r>
            <a:rPr lang="en-US" dirty="0"/>
            <a:t> </a:t>
          </a:r>
          <a:r>
            <a:rPr lang="en-US" dirty="0" err="1"/>
            <a:t>harus</a:t>
          </a:r>
          <a:r>
            <a:rPr lang="en-US" dirty="0"/>
            <a:t> </a:t>
          </a:r>
          <a:r>
            <a:rPr lang="en-US" dirty="0" err="1"/>
            <a:t>bersifat</a:t>
          </a:r>
          <a:r>
            <a:rPr lang="en-US" dirty="0"/>
            <a:t> </a:t>
          </a:r>
          <a:r>
            <a:rPr lang="en-US" dirty="0" err="1"/>
            <a:t>obyektif</a:t>
          </a:r>
          <a:r>
            <a:rPr lang="en-US" dirty="0"/>
            <a:t>, </a:t>
          </a:r>
          <a:r>
            <a:rPr lang="en-US" dirty="0" err="1"/>
            <a:t>karena</a:t>
          </a:r>
          <a:r>
            <a:rPr lang="en-US" dirty="0"/>
            <a:t> </a:t>
          </a:r>
          <a:r>
            <a:rPr lang="en-US" dirty="0" err="1"/>
            <a:t>hasil</a:t>
          </a:r>
          <a:r>
            <a:rPr lang="en-US" dirty="0"/>
            <a:t> yang </a:t>
          </a:r>
          <a:r>
            <a:rPr lang="en-US" dirty="0" err="1"/>
            <a:t>didapatkan</a:t>
          </a:r>
          <a:r>
            <a:rPr lang="en-US" dirty="0"/>
            <a:t> </a:t>
          </a:r>
          <a:r>
            <a:rPr lang="en-US" dirty="0" err="1"/>
            <a:t>akan</a:t>
          </a:r>
          <a:r>
            <a:rPr lang="en-US" dirty="0"/>
            <a:t> </a:t>
          </a:r>
          <a:r>
            <a:rPr lang="en-US" dirty="0" err="1"/>
            <a:t>menentukan</a:t>
          </a:r>
          <a:r>
            <a:rPr lang="en-US" dirty="0"/>
            <a:t> </a:t>
          </a:r>
          <a:r>
            <a:rPr lang="en-US" dirty="0" err="1"/>
            <a:t>jalan</a:t>
          </a:r>
          <a:r>
            <a:rPr lang="en-US" dirty="0"/>
            <a:t> </a:t>
          </a:r>
          <a:r>
            <a:rPr lang="en-US" dirty="0" err="1"/>
            <a:t>hidup</a:t>
          </a:r>
          <a:r>
            <a:rPr lang="en-US" dirty="0"/>
            <a:t> </a:t>
          </a:r>
          <a:r>
            <a:rPr lang="en-US" dirty="0" err="1"/>
            <a:t>seorang</a:t>
          </a:r>
          <a:r>
            <a:rPr lang="en-US" dirty="0"/>
            <a:t> </a:t>
          </a:r>
          <a:r>
            <a:rPr lang="en-US" dirty="0" err="1"/>
            <a:t>anak</a:t>
          </a:r>
          <a:r>
            <a:rPr lang="en-US" dirty="0"/>
            <a:t> </a:t>
          </a:r>
          <a:r>
            <a:rPr lang="en-US" dirty="0" err="1"/>
            <a:t>hingga</a:t>
          </a:r>
          <a:r>
            <a:rPr lang="en-US" dirty="0"/>
            <a:t> </a:t>
          </a:r>
          <a:r>
            <a:rPr lang="en-US" dirty="0" err="1"/>
            <a:t>akhir</a:t>
          </a:r>
          <a:r>
            <a:rPr lang="en-US" dirty="0"/>
            <a:t> </a:t>
          </a:r>
          <a:r>
            <a:rPr lang="en-US" dirty="0" err="1"/>
            <a:t>hayat</a:t>
          </a:r>
          <a:r>
            <a:rPr lang="en-US" dirty="0"/>
            <a:t> </a:t>
          </a:r>
          <a:r>
            <a:rPr lang="en-US" dirty="0" err="1"/>
            <a:t>mereka</a:t>
          </a:r>
          <a:r>
            <a:rPr lang="en-US" dirty="0"/>
            <a:t>.</a:t>
          </a:r>
        </a:p>
      </dgm:t>
    </dgm:pt>
    <dgm:pt modelId="{79969B0A-D06F-4E96-9E70-2B6B41547559}" type="parTrans" cxnId="{BD31BCDC-DDDA-490D-965C-6033D5F7B3D6}">
      <dgm:prSet/>
      <dgm:spPr/>
      <dgm:t>
        <a:bodyPr/>
        <a:lstStyle/>
        <a:p>
          <a:endParaRPr lang="en-US"/>
        </a:p>
      </dgm:t>
    </dgm:pt>
    <dgm:pt modelId="{255B2BEF-C576-4E9E-A3DD-C32BE636C8AB}" type="sibTrans" cxnId="{BD31BCDC-DDDA-490D-965C-6033D5F7B3D6}">
      <dgm:prSet/>
      <dgm:spPr/>
      <dgm:t>
        <a:bodyPr/>
        <a:lstStyle/>
        <a:p>
          <a:endParaRPr lang="en-US"/>
        </a:p>
      </dgm:t>
    </dgm:pt>
    <dgm:pt modelId="{DCACCEA2-17FD-4C38-BEF8-973BFD5088C7}" type="pres">
      <dgm:prSet presAssocID="{BC31E2B5-C9BA-4D50-A707-F43F616308D0}" presName="compositeShape" presStyleCnt="0">
        <dgm:presLayoutVars>
          <dgm:dir/>
          <dgm:resizeHandles/>
        </dgm:presLayoutVars>
      </dgm:prSet>
      <dgm:spPr/>
    </dgm:pt>
    <dgm:pt modelId="{8C7F8140-D06B-41C1-B1A6-EDE7D8B9A5B5}" type="pres">
      <dgm:prSet presAssocID="{BC31E2B5-C9BA-4D50-A707-F43F616308D0}" presName="pyramid" presStyleLbl="node1" presStyleIdx="0" presStyleCnt="1"/>
      <dgm:spPr/>
    </dgm:pt>
    <dgm:pt modelId="{15C1F39B-FAAA-4589-8610-BD0F7F13B199}" type="pres">
      <dgm:prSet presAssocID="{BC31E2B5-C9BA-4D50-A707-F43F616308D0}" presName="theList" presStyleCnt="0"/>
      <dgm:spPr/>
    </dgm:pt>
    <dgm:pt modelId="{A218DD53-8D2C-4F8F-972E-78585D2D89F5}" type="pres">
      <dgm:prSet presAssocID="{3A1F937B-ED0E-422D-B454-B7E403F2C059}" presName="aNode" presStyleLbl="fgAcc1" presStyleIdx="0" presStyleCnt="1">
        <dgm:presLayoutVars>
          <dgm:bulletEnabled val="1"/>
        </dgm:presLayoutVars>
      </dgm:prSet>
      <dgm:spPr/>
    </dgm:pt>
    <dgm:pt modelId="{53CDA4DB-EA9A-441D-AF03-C09A7D76B07C}" type="pres">
      <dgm:prSet presAssocID="{3A1F937B-ED0E-422D-B454-B7E403F2C059}" presName="aSpace" presStyleCnt="0"/>
      <dgm:spPr/>
    </dgm:pt>
  </dgm:ptLst>
  <dgm:cxnLst>
    <dgm:cxn modelId="{A074F524-B5C0-421C-96FE-A33B1B726389}" type="presOf" srcId="{BC31E2B5-C9BA-4D50-A707-F43F616308D0}" destId="{DCACCEA2-17FD-4C38-BEF8-973BFD5088C7}" srcOrd="0" destOrd="0" presId="urn:microsoft.com/office/officeart/2005/8/layout/pyramid2"/>
    <dgm:cxn modelId="{03DA6FC7-65D2-4749-802B-43FE48D057AB}" type="presOf" srcId="{3A1F937B-ED0E-422D-B454-B7E403F2C059}" destId="{A218DD53-8D2C-4F8F-972E-78585D2D89F5}" srcOrd="0" destOrd="0" presId="urn:microsoft.com/office/officeart/2005/8/layout/pyramid2"/>
    <dgm:cxn modelId="{BD31BCDC-DDDA-490D-965C-6033D5F7B3D6}" srcId="{BC31E2B5-C9BA-4D50-A707-F43F616308D0}" destId="{3A1F937B-ED0E-422D-B454-B7E403F2C059}" srcOrd="0" destOrd="0" parTransId="{79969B0A-D06F-4E96-9E70-2B6B41547559}" sibTransId="{255B2BEF-C576-4E9E-A3DD-C32BE636C8AB}"/>
    <dgm:cxn modelId="{BAFFE8EE-C0D3-486D-BB18-E1C9D8D0BA75}" type="presParOf" srcId="{DCACCEA2-17FD-4C38-BEF8-973BFD5088C7}" destId="{8C7F8140-D06B-41C1-B1A6-EDE7D8B9A5B5}" srcOrd="0" destOrd="0" presId="urn:microsoft.com/office/officeart/2005/8/layout/pyramid2"/>
    <dgm:cxn modelId="{35956061-1B4C-4DF5-9EC5-356545FE00E2}" type="presParOf" srcId="{DCACCEA2-17FD-4C38-BEF8-973BFD5088C7}" destId="{15C1F39B-FAAA-4589-8610-BD0F7F13B199}" srcOrd="1" destOrd="0" presId="urn:microsoft.com/office/officeart/2005/8/layout/pyramid2"/>
    <dgm:cxn modelId="{516838B7-633A-4111-8C1F-E2277FDA88C4}" type="presParOf" srcId="{15C1F39B-FAAA-4589-8610-BD0F7F13B199}" destId="{A218DD53-8D2C-4F8F-972E-78585D2D89F5}" srcOrd="0" destOrd="0" presId="urn:microsoft.com/office/officeart/2005/8/layout/pyramid2"/>
    <dgm:cxn modelId="{84B9651E-DC81-49F3-979A-C3E7732F806F}" type="presParOf" srcId="{15C1F39B-FAAA-4589-8610-BD0F7F13B199}" destId="{53CDA4DB-EA9A-441D-AF03-C09A7D76B07C}" srcOrd="1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5CCF77-ED9E-47FB-96C9-90BFD1AD0A6E}">
      <dsp:nvSpPr>
        <dsp:cNvPr id="0" name=""/>
        <dsp:cNvSpPr/>
      </dsp:nvSpPr>
      <dsp:spPr>
        <a:xfrm>
          <a:off x="0" y="0"/>
          <a:ext cx="8691945" cy="14885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solidFill>
                <a:schemeClr val="tx2">
                  <a:lumMod val="95000"/>
                  <a:lumOff val="5000"/>
                </a:schemeClr>
              </a:solidFill>
              <a:latin typeface="Berlin Sans FB" panose="020E0602020502020306" pitchFamily="34" charset="0"/>
            </a:rPr>
            <a:t>1. Kelainan muncul atau terjadi hanya pada indvidu yang mengalami perkembangan </a:t>
          </a:r>
          <a:endParaRPr lang="en-US" sz="2000" kern="1200" dirty="0">
            <a:solidFill>
              <a:schemeClr val="tx2">
                <a:lumMod val="95000"/>
                <a:lumOff val="5000"/>
              </a:schemeClr>
            </a:solidFill>
            <a:latin typeface="Berlin Sans FB" panose="020E0602020502020306" pitchFamily="34" charset="0"/>
          </a:endParaRPr>
        </a:p>
      </dsp:txBody>
      <dsp:txXfrm>
        <a:off x="1887243" y="0"/>
        <a:ext cx="6804701" cy="1488544"/>
      </dsp:txXfrm>
    </dsp:sp>
    <dsp:sp modelId="{1EE58C10-231C-4B76-8164-070C8A6FBE2E}">
      <dsp:nvSpPr>
        <dsp:cNvPr id="0" name=""/>
        <dsp:cNvSpPr/>
      </dsp:nvSpPr>
      <dsp:spPr>
        <a:xfrm>
          <a:off x="148854" y="148854"/>
          <a:ext cx="1738389" cy="1190835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2CCE30C-20DA-4D1C-AA66-4C040E768A8F}">
      <dsp:nvSpPr>
        <dsp:cNvPr id="0" name=""/>
        <dsp:cNvSpPr/>
      </dsp:nvSpPr>
      <dsp:spPr>
        <a:xfrm>
          <a:off x="0" y="1637399"/>
          <a:ext cx="8691945" cy="14885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solidFill>
                <a:schemeClr val="tx2">
                  <a:lumMod val="95000"/>
                  <a:lumOff val="5000"/>
                </a:schemeClr>
              </a:solidFill>
              <a:latin typeface="Berlin Sans FB" panose="020E0602020502020306" pitchFamily="34" charset="0"/>
            </a:rPr>
            <a:t>2. Kelainan perkembangan atau psikopatologi harus dipandang dalam kaitannya dengan perkembangan yang normal, tugas-tugas perkembangan utama dan perubahan perubahan yang muncul sepanjang rentang kehidupan</a:t>
          </a:r>
          <a:endParaRPr lang="en-US" sz="2000" kern="1200" dirty="0">
            <a:solidFill>
              <a:schemeClr val="tx2">
                <a:lumMod val="95000"/>
                <a:lumOff val="5000"/>
              </a:schemeClr>
            </a:solidFill>
            <a:latin typeface="Berlin Sans FB" panose="020E0602020502020306" pitchFamily="34" charset="0"/>
          </a:endParaRPr>
        </a:p>
      </dsp:txBody>
      <dsp:txXfrm>
        <a:off x="1887243" y="1637399"/>
        <a:ext cx="6804701" cy="1488544"/>
      </dsp:txXfrm>
    </dsp:sp>
    <dsp:sp modelId="{8534D18D-3346-4216-9048-A1DA244C2E35}">
      <dsp:nvSpPr>
        <dsp:cNvPr id="0" name=""/>
        <dsp:cNvSpPr/>
      </dsp:nvSpPr>
      <dsp:spPr>
        <a:xfrm>
          <a:off x="148854" y="1786253"/>
          <a:ext cx="1738389" cy="1190835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FB219E5-F735-4CE9-AE86-063E52671239}">
      <dsp:nvSpPr>
        <dsp:cNvPr id="0" name=""/>
        <dsp:cNvSpPr/>
      </dsp:nvSpPr>
      <dsp:spPr>
        <a:xfrm>
          <a:off x="0" y="3274798"/>
          <a:ext cx="8691945" cy="14885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solidFill>
                <a:schemeClr val="tx2">
                  <a:lumMod val="95000"/>
                  <a:lumOff val="5000"/>
                </a:schemeClr>
              </a:solidFill>
              <a:latin typeface="Berlin Sans FB" panose="020E0602020502020306" pitchFamily="34" charset="0"/>
            </a:rPr>
            <a:t>3. tanda-tanda awal dari perilaku berkelainan harus dipelajari secara serius </a:t>
          </a:r>
          <a:endParaRPr lang="en-US" sz="2000" kern="1200" dirty="0">
            <a:solidFill>
              <a:schemeClr val="tx2">
                <a:lumMod val="95000"/>
                <a:lumOff val="5000"/>
              </a:schemeClr>
            </a:solidFill>
            <a:latin typeface="Berlin Sans FB" panose="020E0602020502020306" pitchFamily="34" charset="0"/>
          </a:endParaRPr>
        </a:p>
      </dsp:txBody>
      <dsp:txXfrm>
        <a:off x="1887243" y="3274798"/>
        <a:ext cx="6804701" cy="1488544"/>
      </dsp:txXfrm>
    </dsp:sp>
    <dsp:sp modelId="{B408B0A6-9A07-4245-A1FA-11EC36D43943}">
      <dsp:nvSpPr>
        <dsp:cNvPr id="0" name=""/>
        <dsp:cNvSpPr/>
      </dsp:nvSpPr>
      <dsp:spPr>
        <a:xfrm>
          <a:off x="148854" y="3423652"/>
          <a:ext cx="1738389" cy="1190835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CAE05B1-46C9-48D2-81DD-4DE1C61F7599}">
      <dsp:nvSpPr>
        <dsp:cNvPr id="0" name=""/>
        <dsp:cNvSpPr/>
      </dsp:nvSpPr>
      <dsp:spPr>
        <a:xfrm>
          <a:off x="0" y="4912197"/>
          <a:ext cx="8691945" cy="14885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solidFill>
                <a:schemeClr val="tx2">
                  <a:lumMod val="95000"/>
                  <a:lumOff val="5000"/>
                </a:schemeClr>
              </a:solidFill>
              <a:latin typeface="Berlin Sans FB" panose="020E0602020502020306" pitchFamily="34" charset="0"/>
            </a:rPr>
            <a:t>4. Ada beragam patokan atau karakteristik perkembangan baik yang normal maupun berkelainan</a:t>
          </a:r>
          <a:endParaRPr lang="en-US" sz="2000" kern="1200" dirty="0">
            <a:solidFill>
              <a:schemeClr val="tx2">
                <a:lumMod val="95000"/>
                <a:lumOff val="5000"/>
              </a:schemeClr>
            </a:solidFill>
            <a:latin typeface="Berlin Sans FB" panose="020E0602020502020306" pitchFamily="34" charset="0"/>
          </a:endParaRPr>
        </a:p>
      </dsp:txBody>
      <dsp:txXfrm>
        <a:off x="1887243" y="4912197"/>
        <a:ext cx="6804701" cy="1488544"/>
      </dsp:txXfrm>
    </dsp:sp>
    <dsp:sp modelId="{1F962144-54E1-469E-858F-11BEDC284C42}">
      <dsp:nvSpPr>
        <dsp:cNvPr id="0" name=""/>
        <dsp:cNvSpPr/>
      </dsp:nvSpPr>
      <dsp:spPr>
        <a:xfrm>
          <a:off x="148854" y="5061052"/>
          <a:ext cx="1738389" cy="1190835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7B08AD-713D-4212-9008-86486E801409}">
      <dsp:nvSpPr>
        <dsp:cNvPr id="0" name=""/>
        <dsp:cNvSpPr/>
      </dsp:nvSpPr>
      <dsp:spPr>
        <a:xfrm>
          <a:off x="1356665" y="2131"/>
          <a:ext cx="3703490" cy="22220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2"/>
              </a:solidFill>
            </a:rPr>
            <a:t>1. Model </a:t>
          </a:r>
          <a:r>
            <a:rPr lang="en-US" sz="2200" b="1" kern="1200" dirty="0" err="1">
              <a:solidFill>
                <a:schemeClr val="tx2"/>
              </a:solidFill>
            </a:rPr>
            <a:t>medis</a:t>
          </a:r>
          <a:r>
            <a:rPr lang="en-US" sz="2200" b="1" kern="1200" dirty="0">
              <a:solidFill>
                <a:schemeClr val="tx2"/>
              </a:solidFill>
            </a:rPr>
            <a:t> (Medical Model)</a:t>
          </a:r>
        </a:p>
      </dsp:txBody>
      <dsp:txXfrm>
        <a:off x="1356665" y="2131"/>
        <a:ext cx="3703490" cy="2222094"/>
      </dsp:txXfrm>
    </dsp:sp>
    <dsp:sp modelId="{95033A78-A55C-4713-AC55-8B893F533501}">
      <dsp:nvSpPr>
        <dsp:cNvPr id="0" name=""/>
        <dsp:cNvSpPr/>
      </dsp:nvSpPr>
      <dsp:spPr>
        <a:xfrm>
          <a:off x="5430505" y="2131"/>
          <a:ext cx="3703490" cy="222209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2"/>
              </a:solidFill>
            </a:rPr>
            <a:t>2. </a:t>
          </a:r>
          <a:r>
            <a:rPr lang="en-US" sz="2200" b="1" kern="1200" dirty="0" err="1">
              <a:solidFill>
                <a:schemeClr val="tx2"/>
              </a:solidFill>
            </a:rPr>
            <a:t>Penyimpangan</a:t>
          </a:r>
          <a:r>
            <a:rPr lang="en-US" sz="2200" b="1" kern="1200" dirty="0">
              <a:solidFill>
                <a:schemeClr val="tx2"/>
              </a:solidFill>
            </a:rPr>
            <a:t> </a:t>
          </a:r>
          <a:r>
            <a:rPr lang="en-US" sz="2200" b="1" kern="1200" dirty="0" err="1">
              <a:solidFill>
                <a:schemeClr val="tx2"/>
              </a:solidFill>
            </a:rPr>
            <a:t>dari</a:t>
          </a:r>
          <a:r>
            <a:rPr lang="en-US" sz="2200" b="1" kern="1200" dirty="0">
              <a:solidFill>
                <a:schemeClr val="tx2"/>
              </a:solidFill>
            </a:rPr>
            <a:t> rata-rata (Abnormality as Deviation From the Average)</a:t>
          </a:r>
        </a:p>
      </dsp:txBody>
      <dsp:txXfrm>
        <a:off x="5430505" y="2131"/>
        <a:ext cx="3703490" cy="2222094"/>
      </dsp:txXfrm>
    </dsp:sp>
    <dsp:sp modelId="{64D6730A-22CD-4A27-B846-B8233B3C75B2}">
      <dsp:nvSpPr>
        <dsp:cNvPr id="0" name=""/>
        <dsp:cNvSpPr/>
      </dsp:nvSpPr>
      <dsp:spPr>
        <a:xfrm>
          <a:off x="3393585" y="2594575"/>
          <a:ext cx="3703490" cy="222209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2"/>
              </a:solidFill>
            </a:rPr>
            <a:t>3. </a:t>
          </a:r>
          <a:r>
            <a:rPr lang="en-US" sz="2200" b="1" kern="1200" dirty="0" err="1">
              <a:solidFill>
                <a:schemeClr val="tx2"/>
              </a:solidFill>
            </a:rPr>
            <a:t>Penyimpangan</a:t>
          </a:r>
          <a:r>
            <a:rPr lang="en-US" sz="2200" b="1" kern="1200" dirty="0">
              <a:solidFill>
                <a:schemeClr val="tx2"/>
              </a:solidFill>
            </a:rPr>
            <a:t> </a:t>
          </a:r>
          <a:r>
            <a:rPr lang="en-US" sz="2200" b="1" kern="1200" dirty="0" err="1">
              <a:solidFill>
                <a:schemeClr val="tx2"/>
              </a:solidFill>
            </a:rPr>
            <a:t>dari</a:t>
          </a:r>
          <a:r>
            <a:rPr lang="en-US" sz="2200" b="1" kern="1200" dirty="0">
              <a:solidFill>
                <a:schemeClr val="tx2"/>
              </a:solidFill>
            </a:rPr>
            <a:t> yang ideal (Abnormality as Deviation from the Ideal)</a:t>
          </a:r>
        </a:p>
      </dsp:txBody>
      <dsp:txXfrm>
        <a:off x="3393585" y="2594575"/>
        <a:ext cx="3703490" cy="22220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7CE5C2-03EE-4ABD-ADFD-B6DAD33522C0}">
      <dsp:nvSpPr>
        <dsp:cNvPr id="0" name=""/>
        <dsp:cNvSpPr/>
      </dsp:nvSpPr>
      <dsp:spPr>
        <a:xfrm>
          <a:off x="0" y="1086258"/>
          <a:ext cx="3629024" cy="217741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2"/>
              </a:solidFill>
            </a:rPr>
            <a:t>Orang-orang yang </a:t>
          </a:r>
          <a:r>
            <a:rPr lang="en-US" sz="1200" b="1" kern="1200" dirty="0" err="1">
              <a:solidFill>
                <a:schemeClr val="tx2"/>
              </a:solidFill>
            </a:rPr>
            <a:t>memiliki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pandangan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seperti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ini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bila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dengar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istilah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kelainan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perilaku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akan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cenderung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melihat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atau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memandang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anak</a:t>
          </a:r>
          <a:r>
            <a:rPr lang="en-US" sz="1200" b="1" kern="1200" dirty="0">
              <a:solidFill>
                <a:schemeClr val="tx2"/>
              </a:solidFill>
            </a:rPr>
            <a:t> yang </a:t>
          </a:r>
          <a:r>
            <a:rPr lang="en-US" sz="1200" b="1" kern="1200" dirty="0" err="1">
              <a:solidFill>
                <a:schemeClr val="tx2"/>
              </a:solidFill>
            </a:rPr>
            <a:t>mengalami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kelainan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sebagai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anak</a:t>
          </a:r>
          <a:r>
            <a:rPr lang="en-US" sz="1200" b="1" kern="1200" dirty="0">
              <a:solidFill>
                <a:schemeClr val="tx2"/>
              </a:solidFill>
            </a:rPr>
            <a:t> yang </a:t>
          </a:r>
          <a:r>
            <a:rPr lang="en-US" sz="1200" b="1" kern="1200" dirty="0" err="1">
              <a:solidFill>
                <a:schemeClr val="tx2"/>
              </a:solidFill>
            </a:rPr>
            <a:t>jiwanya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menderita</a:t>
          </a:r>
          <a:r>
            <a:rPr lang="en-US" sz="1200" b="1" kern="1200" dirty="0">
              <a:solidFill>
                <a:schemeClr val="tx2"/>
              </a:solidFill>
            </a:rPr>
            <a:t> “</a:t>
          </a:r>
          <a:r>
            <a:rPr lang="en-US" sz="1200" b="1" kern="1200" dirty="0" err="1">
              <a:solidFill>
                <a:schemeClr val="tx2"/>
              </a:solidFill>
            </a:rPr>
            <a:t>sakit</a:t>
          </a:r>
          <a:r>
            <a:rPr lang="en-US" sz="1200" b="1" kern="1200" dirty="0">
              <a:solidFill>
                <a:schemeClr val="tx2"/>
              </a:solidFill>
            </a:rPr>
            <a:t>” </a:t>
          </a:r>
          <a:r>
            <a:rPr lang="en-US" sz="1200" b="1" kern="1200" dirty="0" err="1">
              <a:solidFill>
                <a:schemeClr val="tx2"/>
              </a:solidFill>
            </a:rPr>
            <a:t>atau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berpikiran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bahwa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apa</a:t>
          </a:r>
          <a:r>
            <a:rPr lang="en-US" sz="1200" b="1" kern="1200" dirty="0">
              <a:solidFill>
                <a:schemeClr val="tx2"/>
              </a:solidFill>
            </a:rPr>
            <a:t> yang </a:t>
          </a:r>
          <a:r>
            <a:rPr lang="en-US" sz="1200" b="1" kern="1200" dirty="0" err="1">
              <a:solidFill>
                <a:schemeClr val="tx2"/>
              </a:solidFill>
            </a:rPr>
            <a:t>diderita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atau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dialami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anak</a:t>
          </a:r>
          <a:r>
            <a:rPr lang="en-US" sz="1200" b="1" kern="1200" dirty="0">
              <a:solidFill>
                <a:schemeClr val="tx2"/>
              </a:solidFill>
            </a:rPr>
            <a:t> analog </a:t>
          </a:r>
          <a:r>
            <a:rPr lang="en-US" sz="1200" b="1" kern="1200" dirty="0" err="1">
              <a:solidFill>
                <a:schemeClr val="tx2"/>
              </a:solidFill>
            </a:rPr>
            <a:t>dengan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sakit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fisik</a:t>
          </a:r>
          <a:r>
            <a:rPr lang="en-US" sz="1200" b="1" kern="1200" dirty="0">
              <a:solidFill>
                <a:schemeClr val="tx2"/>
              </a:solidFill>
            </a:rPr>
            <a:t>.</a:t>
          </a:r>
        </a:p>
      </dsp:txBody>
      <dsp:txXfrm>
        <a:off x="0" y="1086258"/>
        <a:ext cx="3629024" cy="2177415"/>
      </dsp:txXfrm>
    </dsp:sp>
    <dsp:sp modelId="{60BB2F3A-EF23-4C0B-8545-3983B31D6948}">
      <dsp:nvSpPr>
        <dsp:cNvPr id="0" name=""/>
        <dsp:cNvSpPr/>
      </dsp:nvSpPr>
      <dsp:spPr>
        <a:xfrm>
          <a:off x="3991927" y="1086258"/>
          <a:ext cx="3629024" cy="2177415"/>
        </a:xfrm>
        <a:prstGeom prst="rect">
          <a:avLst/>
        </a:prstGeom>
        <a:gradFill rotWithShape="0">
          <a:gsLst>
            <a:gs pos="0">
              <a:schemeClr val="accent3">
                <a:hueOff val="-1924773"/>
                <a:satOff val="4156"/>
                <a:lumOff val="-529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1924773"/>
                <a:satOff val="4156"/>
                <a:lumOff val="-529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1924773"/>
                <a:satOff val="4156"/>
                <a:lumOff val="-529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2"/>
              </a:solidFill>
            </a:rPr>
            <a:t>Para </a:t>
          </a:r>
          <a:r>
            <a:rPr lang="en-US" sz="1200" b="1" kern="1200" dirty="0" err="1">
              <a:solidFill>
                <a:schemeClr val="tx2"/>
              </a:solidFill>
            </a:rPr>
            <a:t>ahli</a:t>
          </a:r>
          <a:r>
            <a:rPr lang="en-US" sz="1200" b="1" kern="1200" dirty="0">
              <a:solidFill>
                <a:schemeClr val="tx2"/>
              </a:solidFill>
            </a:rPr>
            <a:t> yang </a:t>
          </a:r>
          <a:r>
            <a:rPr lang="en-US" sz="1200" b="1" kern="1200" dirty="0" err="1">
              <a:solidFill>
                <a:schemeClr val="tx2"/>
              </a:solidFill>
            </a:rPr>
            <a:t>menggunakan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pendekatan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ini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mengasumsikan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bahwa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kelainan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psikologis</a:t>
          </a:r>
          <a:r>
            <a:rPr lang="en-US" sz="1200" b="1" kern="1200" dirty="0">
              <a:solidFill>
                <a:schemeClr val="tx2"/>
              </a:solidFill>
            </a:rPr>
            <a:t> – </a:t>
          </a:r>
          <a:r>
            <a:rPr lang="en-US" sz="1200" b="1" kern="1200" dirty="0" err="1">
              <a:solidFill>
                <a:schemeClr val="tx2"/>
              </a:solidFill>
            </a:rPr>
            <a:t>seperti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juga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penyakit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fisik</a:t>
          </a:r>
          <a:r>
            <a:rPr lang="en-US" sz="1200" b="1" kern="1200" dirty="0">
              <a:solidFill>
                <a:schemeClr val="tx2"/>
              </a:solidFill>
            </a:rPr>
            <a:t> – </a:t>
          </a:r>
          <a:r>
            <a:rPr lang="en-US" sz="1200" b="1" kern="1200" dirty="0" err="1">
              <a:solidFill>
                <a:schemeClr val="tx2"/>
              </a:solidFill>
            </a:rPr>
            <a:t>hidup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dan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menetap</a:t>
          </a:r>
          <a:r>
            <a:rPr lang="en-US" sz="1200" b="1" kern="1200" dirty="0">
              <a:solidFill>
                <a:schemeClr val="tx2"/>
              </a:solidFill>
            </a:rPr>
            <a:t> di </a:t>
          </a:r>
          <a:r>
            <a:rPr lang="en-US" sz="1200" b="1" kern="1200" dirty="0" err="1">
              <a:solidFill>
                <a:schemeClr val="tx2"/>
              </a:solidFill>
            </a:rPr>
            <a:t>dalam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diri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anak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dan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merupakan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hasil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dari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fisiologis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atau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intrapsikis</a:t>
          </a:r>
          <a:r>
            <a:rPr lang="en-US" sz="1200" b="1" kern="1200" dirty="0">
              <a:solidFill>
                <a:schemeClr val="tx2"/>
              </a:solidFill>
            </a:rPr>
            <a:t>. </a:t>
          </a:r>
          <a:endParaRPr lang="id-ID" sz="1200" b="1" kern="1200" dirty="0">
            <a:solidFill>
              <a:schemeClr val="tx2"/>
            </a:solidFill>
          </a:endParaRPr>
        </a:p>
      </dsp:txBody>
      <dsp:txXfrm>
        <a:off x="3991927" y="1086258"/>
        <a:ext cx="3629024" cy="2177415"/>
      </dsp:txXfrm>
    </dsp:sp>
    <dsp:sp modelId="{DB88A9E2-37FD-44EE-85CD-A38F25012CD7}">
      <dsp:nvSpPr>
        <dsp:cNvPr id="0" name=""/>
        <dsp:cNvSpPr/>
      </dsp:nvSpPr>
      <dsp:spPr>
        <a:xfrm>
          <a:off x="7983854" y="1086258"/>
          <a:ext cx="3629024" cy="2177415"/>
        </a:xfrm>
        <a:prstGeom prst="rect">
          <a:avLst/>
        </a:prstGeom>
        <a:gradFill rotWithShape="0">
          <a:gsLst>
            <a:gs pos="0">
              <a:schemeClr val="accent3">
                <a:hueOff val="-3849546"/>
                <a:satOff val="8312"/>
                <a:lumOff val="-1058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3849546"/>
                <a:satOff val="8312"/>
                <a:lumOff val="-1058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3849546"/>
                <a:satOff val="8312"/>
                <a:lumOff val="-1058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 err="1">
              <a:solidFill>
                <a:schemeClr val="tx2"/>
              </a:solidFill>
            </a:rPr>
            <a:t>Dalam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kenyataannya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dengan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menggunakan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pendekatan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medis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ini</a:t>
          </a:r>
          <a:r>
            <a:rPr lang="en-US" sz="1200" b="1" kern="1200" dirty="0">
              <a:solidFill>
                <a:schemeClr val="tx2"/>
              </a:solidFill>
            </a:rPr>
            <a:t>, </a:t>
          </a:r>
          <a:r>
            <a:rPr lang="en-US" sz="1200" b="1" kern="1200" dirty="0" err="1">
              <a:solidFill>
                <a:schemeClr val="tx2"/>
              </a:solidFill>
            </a:rPr>
            <a:t>akan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terdapat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banyak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kesulitan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untuk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menegakkan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kriteria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bagi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individu-individu</a:t>
          </a:r>
          <a:r>
            <a:rPr lang="en-US" sz="1200" b="1" kern="1200" dirty="0">
              <a:solidFill>
                <a:schemeClr val="tx2"/>
              </a:solidFill>
            </a:rPr>
            <a:t> yang </a:t>
          </a:r>
          <a:r>
            <a:rPr lang="en-US" sz="1200" b="1" kern="1200" dirty="0" err="1">
              <a:solidFill>
                <a:schemeClr val="tx2"/>
              </a:solidFill>
            </a:rPr>
            <a:t>dikatakan</a:t>
          </a:r>
          <a:r>
            <a:rPr lang="en-US" sz="1200" b="1" kern="1200" dirty="0">
              <a:solidFill>
                <a:schemeClr val="tx2"/>
              </a:solidFill>
            </a:rPr>
            <a:t> abnormal. </a:t>
          </a:r>
          <a:r>
            <a:rPr lang="en-US" sz="1200" b="1" kern="1200" dirty="0" err="1">
              <a:solidFill>
                <a:schemeClr val="tx2"/>
              </a:solidFill>
            </a:rPr>
            <a:t>Sehingga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diperlukan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kesadaran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dan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kehati-hatian</a:t>
          </a:r>
          <a:r>
            <a:rPr lang="en-US" sz="1200" b="1" kern="1200" dirty="0">
              <a:solidFill>
                <a:schemeClr val="tx2"/>
              </a:solidFill>
            </a:rPr>
            <a:t> yang </a:t>
          </a:r>
          <a:r>
            <a:rPr lang="en-US" sz="1200" b="1" kern="1200" dirty="0" err="1">
              <a:solidFill>
                <a:schemeClr val="tx2"/>
              </a:solidFill>
            </a:rPr>
            <a:t>sangat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serta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kemampuan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melihat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masalah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tidak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hanya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dari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satu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sudut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pandang</a:t>
          </a:r>
          <a:r>
            <a:rPr lang="en-US" sz="1200" b="1" kern="1200" dirty="0">
              <a:solidFill>
                <a:schemeClr val="tx2"/>
              </a:solidFill>
            </a:rPr>
            <a:t> </a:t>
          </a:r>
          <a:r>
            <a:rPr lang="en-US" sz="1200" b="1" kern="1200" dirty="0" err="1">
              <a:solidFill>
                <a:schemeClr val="tx2"/>
              </a:solidFill>
            </a:rPr>
            <a:t>saja</a:t>
          </a:r>
          <a:r>
            <a:rPr lang="en-US" sz="1200" b="1" kern="1200" dirty="0">
              <a:solidFill>
                <a:schemeClr val="tx2"/>
              </a:solidFill>
            </a:rPr>
            <a:t>.</a:t>
          </a:r>
        </a:p>
      </dsp:txBody>
      <dsp:txXfrm>
        <a:off x="7983854" y="1086258"/>
        <a:ext cx="3629024" cy="21774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20D0F2-F807-4098-80F7-815666FA458E}">
      <dsp:nvSpPr>
        <dsp:cNvPr id="0" name=""/>
        <dsp:cNvSpPr/>
      </dsp:nvSpPr>
      <dsp:spPr>
        <a:xfrm>
          <a:off x="224514" y="365669"/>
          <a:ext cx="5370392" cy="1678247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6733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 err="1">
              <a:solidFill>
                <a:schemeClr val="tx2"/>
              </a:solidFill>
            </a:rPr>
            <a:t>Istilah</a:t>
          </a:r>
          <a:r>
            <a:rPr lang="en-US" sz="1800" b="1" kern="1200" dirty="0">
              <a:solidFill>
                <a:schemeClr val="tx2"/>
              </a:solidFill>
            </a:rPr>
            <a:t> “abnormal” </a:t>
          </a:r>
          <a:r>
            <a:rPr lang="en-US" sz="1800" b="1" kern="1200" dirty="0" err="1">
              <a:solidFill>
                <a:schemeClr val="tx2"/>
              </a:solidFill>
            </a:rPr>
            <a:t>secara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harfiah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berarti</a:t>
          </a:r>
          <a:r>
            <a:rPr lang="en-US" sz="1800" b="1" kern="1200" dirty="0">
              <a:solidFill>
                <a:schemeClr val="tx2"/>
              </a:solidFill>
            </a:rPr>
            <a:t> “</a:t>
          </a:r>
          <a:r>
            <a:rPr lang="en-US" sz="1800" b="1" kern="1200" dirty="0" err="1">
              <a:solidFill>
                <a:schemeClr val="tx2"/>
              </a:solidFill>
            </a:rPr>
            <a:t>terpisah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atau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berbeda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dari</a:t>
          </a:r>
          <a:r>
            <a:rPr lang="en-US" sz="1800" b="1" kern="1200" dirty="0">
              <a:solidFill>
                <a:schemeClr val="tx2"/>
              </a:solidFill>
            </a:rPr>
            <a:t> yang normal”.</a:t>
          </a:r>
          <a:endParaRPr lang="en-US" sz="1800" kern="1200" dirty="0">
            <a:solidFill>
              <a:schemeClr val="tx2"/>
            </a:solidFill>
          </a:endParaRPr>
        </a:p>
      </dsp:txBody>
      <dsp:txXfrm>
        <a:off x="224514" y="365669"/>
        <a:ext cx="5370392" cy="1678247"/>
      </dsp:txXfrm>
    </dsp:sp>
    <dsp:sp modelId="{89A56B8C-FA8A-4DBE-B3D4-D33D965BC0C2}">
      <dsp:nvSpPr>
        <dsp:cNvPr id="0" name=""/>
        <dsp:cNvSpPr/>
      </dsp:nvSpPr>
      <dsp:spPr>
        <a:xfrm>
          <a:off x="748" y="123255"/>
          <a:ext cx="1174773" cy="1762160"/>
        </a:xfrm>
        <a:prstGeom prst="rect">
          <a:avLst/>
        </a:prstGeom>
        <a:gradFill rotWithShape="0">
          <a:gsLst>
            <a:gs pos="0">
              <a:schemeClr val="accent5">
                <a:tint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AD0C32E3-DCBA-45D8-9097-130596B961E3}">
      <dsp:nvSpPr>
        <dsp:cNvPr id="0" name=""/>
        <dsp:cNvSpPr/>
      </dsp:nvSpPr>
      <dsp:spPr>
        <a:xfrm>
          <a:off x="6028697" y="365669"/>
          <a:ext cx="5370392" cy="1678247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6733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2"/>
              </a:solidFill>
            </a:rPr>
            <a:t>Model </a:t>
          </a:r>
          <a:r>
            <a:rPr lang="en-US" sz="1800" b="1" kern="1200" dirty="0" err="1">
              <a:solidFill>
                <a:schemeClr val="tx2"/>
              </a:solidFill>
            </a:rPr>
            <a:t>ini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mencoba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melihat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bahwa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perilaku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atau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perasaan</a:t>
          </a:r>
          <a:r>
            <a:rPr lang="en-US" sz="1800" b="1" kern="1200" dirty="0">
              <a:solidFill>
                <a:schemeClr val="tx2"/>
              </a:solidFill>
            </a:rPr>
            <a:t> yang </a:t>
          </a:r>
          <a:r>
            <a:rPr lang="en-US" sz="1800" b="1" kern="1200" dirty="0" err="1">
              <a:solidFill>
                <a:schemeClr val="tx2"/>
              </a:solidFill>
            </a:rPr>
            <a:t>berbeda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dari</a:t>
          </a:r>
          <a:r>
            <a:rPr lang="en-US" sz="1800" b="1" kern="1200" dirty="0">
              <a:solidFill>
                <a:schemeClr val="tx2"/>
              </a:solidFill>
            </a:rPr>
            <a:t> rata-rata </a:t>
          </a:r>
          <a:r>
            <a:rPr lang="en-US" sz="1800" b="1" kern="1200" dirty="0" err="1">
              <a:solidFill>
                <a:schemeClr val="tx2"/>
              </a:solidFill>
            </a:rPr>
            <a:t>adalah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sesuatu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yamg</a:t>
          </a:r>
          <a:r>
            <a:rPr lang="en-US" sz="1800" b="1" kern="1200" dirty="0">
              <a:solidFill>
                <a:schemeClr val="tx2"/>
              </a:solidFill>
            </a:rPr>
            <a:t> abnormal.</a:t>
          </a:r>
          <a:endParaRPr lang="id-ID" sz="1800" b="1" kern="1200" dirty="0">
            <a:solidFill>
              <a:schemeClr val="tx2"/>
            </a:solidFill>
          </a:endParaRPr>
        </a:p>
      </dsp:txBody>
      <dsp:txXfrm>
        <a:off x="6028697" y="365669"/>
        <a:ext cx="5370392" cy="1678247"/>
      </dsp:txXfrm>
    </dsp:sp>
    <dsp:sp modelId="{3C2B8301-75F7-4629-B2E3-AE601BF001A1}">
      <dsp:nvSpPr>
        <dsp:cNvPr id="0" name=""/>
        <dsp:cNvSpPr/>
      </dsp:nvSpPr>
      <dsp:spPr>
        <a:xfrm>
          <a:off x="5804931" y="123255"/>
          <a:ext cx="1174773" cy="1762160"/>
        </a:xfrm>
        <a:prstGeom prst="rect">
          <a:avLst/>
        </a:prstGeom>
        <a:gradFill rotWithShape="0">
          <a:gsLst>
            <a:gs pos="0">
              <a:schemeClr val="accent5">
                <a:tint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E47A2CD4-3156-4530-A5DB-042527581938}">
      <dsp:nvSpPr>
        <dsp:cNvPr id="0" name=""/>
        <dsp:cNvSpPr/>
      </dsp:nvSpPr>
      <dsp:spPr>
        <a:xfrm>
          <a:off x="224514" y="2478396"/>
          <a:ext cx="5370392" cy="1678247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6733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 err="1">
              <a:solidFill>
                <a:schemeClr val="tx2"/>
              </a:solidFill>
            </a:rPr>
            <a:t>Metode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ini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mendefinisikan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kelainan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atau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abnormalitas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dengan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menggunakan</a:t>
          </a:r>
          <a:r>
            <a:rPr lang="en-US" sz="1800" b="1" kern="1200" dirty="0">
              <a:solidFill>
                <a:schemeClr val="tx2"/>
              </a:solidFill>
            </a:rPr>
            <a:t> model </a:t>
          </a:r>
          <a:r>
            <a:rPr lang="en-US" sz="1800" b="1" kern="1200" dirty="0" err="1">
              <a:solidFill>
                <a:schemeClr val="tx2"/>
              </a:solidFill>
            </a:rPr>
            <a:t>statistik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sebagai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rujukannya</a:t>
          </a:r>
          <a:r>
            <a:rPr lang="en-US" sz="1800" b="1" kern="1200" dirty="0">
              <a:solidFill>
                <a:schemeClr val="tx2"/>
              </a:solidFill>
            </a:rPr>
            <a:t>.</a:t>
          </a:r>
          <a:endParaRPr lang="id-ID" sz="1800" b="1" kern="1200" dirty="0">
            <a:solidFill>
              <a:schemeClr val="tx2"/>
            </a:solidFill>
          </a:endParaRPr>
        </a:p>
      </dsp:txBody>
      <dsp:txXfrm>
        <a:off x="224514" y="2478396"/>
        <a:ext cx="5370392" cy="1678247"/>
      </dsp:txXfrm>
    </dsp:sp>
    <dsp:sp modelId="{205C373F-D8F0-4B87-854A-BDD375265887}">
      <dsp:nvSpPr>
        <dsp:cNvPr id="0" name=""/>
        <dsp:cNvSpPr/>
      </dsp:nvSpPr>
      <dsp:spPr>
        <a:xfrm>
          <a:off x="748" y="2235983"/>
          <a:ext cx="1174773" cy="1762160"/>
        </a:xfrm>
        <a:prstGeom prst="rect">
          <a:avLst/>
        </a:prstGeom>
        <a:gradFill rotWithShape="0">
          <a:gsLst>
            <a:gs pos="0">
              <a:schemeClr val="accent5">
                <a:tint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A973064E-CFFA-4D71-B24B-F7C099E0C227}">
      <dsp:nvSpPr>
        <dsp:cNvPr id="0" name=""/>
        <dsp:cNvSpPr/>
      </dsp:nvSpPr>
      <dsp:spPr>
        <a:xfrm>
          <a:off x="6028697" y="2478396"/>
          <a:ext cx="5370392" cy="1678247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6733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 err="1">
              <a:solidFill>
                <a:schemeClr val="tx2"/>
              </a:solidFill>
            </a:rPr>
            <a:t>Mereka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mencoba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melihat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betapa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besar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penyimpangan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suatu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perilaku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dibandingkan</a:t>
          </a:r>
          <a:r>
            <a:rPr lang="en-US" sz="1800" b="1" kern="1200" dirty="0">
              <a:solidFill>
                <a:schemeClr val="tx2"/>
              </a:solidFill>
            </a:rPr>
            <a:t> </a:t>
          </a:r>
          <a:r>
            <a:rPr lang="en-US" sz="1800" b="1" kern="1200" dirty="0" err="1">
              <a:solidFill>
                <a:schemeClr val="tx2"/>
              </a:solidFill>
            </a:rPr>
            <a:t>dengan</a:t>
          </a:r>
          <a:r>
            <a:rPr lang="en-US" sz="1800" b="1" kern="1200" dirty="0">
              <a:solidFill>
                <a:schemeClr val="tx2"/>
              </a:solidFill>
            </a:rPr>
            <a:t> rata-rata </a:t>
          </a:r>
          <a:r>
            <a:rPr lang="en-US" sz="1800" b="1" kern="1200" dirty="0" err="1">
              <a:solidFill>
                <a:schemeClr val="tx2"/>
              </a:solidFill>
            </a:rPr>
            <a:t>kelompoknya</a:t>
          </a:r>
          <a:r>
            <a:rPr lang="en-US" sz="1800" b="1" kern="1200" dirty="0">
              <a:solidFill>
                <a:schemeClr val="tx2"/>
              </a:solidFill>
            </a:rPr>
            <a:t>.</a:t>
          </a:r>
          <a:endParaRPr lang="id-ID" sz="1800" b="1" kern="1200" dirty="0">
            <a:solidFill>
              <a:schemeClr val="tx2"/>
            </a:solidFill>
          </a:endParaRPr>
        </a:p>
      </dsp:txBody>
      <dsp:txXfrm>
        <a:off x="6028697" y="2478396"/>
        <a:ext cx="5370392" cy="1678247"/>
      </dsp:txXfrm>
    </dsp:sp>
    <dsp:sp modelId="{E45CE344-C38E-440C-9521-B7C1951479C5}">
      <dsp:nvSpPr>
        <dsp:cNvPr id="0" name=""/>
        <dsp:cNvSpPr/>
      </dsp:nvSpPr>
      <dsp:spPr>
        <a:xfrm>
          <a:off x="5804931" y="2235983"/>
          <a:ext cx="1174773" cy="1762160"/>
        </a:xfrm>
        <a:prstGeom prst="rect">
          <a:avLst/>
        </a:prstGeom>
        <a:gradFill rotWithShape="0">
          <a:gsLst>
            <a:gs pos="0">
              <a:schemeClr val="accent5">
                <a:tint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7F2A3E-03DB-4672-95BE-0B31AE74F6ED}">
      <dsp:nvSpPr>
        <dsp:cNvPr id="0" name=""/>
        <dsp:cNvSpPr/>
      </dsp:nvSpPr>
      <dsp:spPr>
        <a:xfrm>
          <a:off x="-5131057" y="-786011"/>
          <a:ext cx="6110462" cy="6110462"/>
        </a:xfrm>
        <a:prstGeom prst="blockArc">
          <a:avLst>
            <a:gd name="adj1" fmla="val 18900000"/>
            <a:gd name="adj2" fmla="val 2700000"/>
            <a:gd name="adj3" fmla="val 353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580474-BCB9-4BD0-BF33-D3984FA1E39E}">
      <dsp:nvSpPr>
        <dsp:cNvPr id="0" name=""/>
        <dsp:cNvSpPr/>
      </dsp:nvSpPr>
      <dsp:spPr>
        <a:xfrm>
          <a:off x="629935" y="453843"/>
          <a:ext cx="9928753" cy="90768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0477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solidFill>
                <a:schemeClr val="tx2"/>
              </a:solidFill>
            </a:rPr>
            <a:t>Pendekatan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ini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tidak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melihat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abnormalitas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sebagai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seberapa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menyimpang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dari</a:t>
          </a:r>
          <a:r>
            <a:rPr lang="en-US" sz="1400" kern="1200" dirty="0">
              <a:solidFill>
                <a:schemeClr val="tx2"/>
              </a:solidFill>
            </a:rPr>
            <a:t> rata-rata </a:t>
          </a:r>
          <a:r>
            <a:rPr lang="en-US" sz="1400" kern="1200" dirty="0" err="1">
              <a:solidFill>
                <a:schemeClr val="tx2"/>
              </a:solidFill>
            </a:rPr>
            <a:t>atau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seberapa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sehat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seseorang</a:t>
          </a:r>
          <a:endParaRPr lang="en-US" sz="1400" kern="1200" dirty="0">
            <a:solidFill>
              <a:schemeClr val="tx2"/>
            </a:solidFill>
          </a:endParaRPr>
        </a:p>
      </dsp:txBody>
      <dsp:txXfrm>
        <a:off x="629935" y="453843"/>
        <a:ext cx="9928753" cy="907687"/>
      </dsp:txXfrm>
    </dsp:sp>
    <dsp:sp modelId="{771B8564-42EF-4416-A29B-38084497C581}">
      <dsp:nvSpPr>
        <dsp:cNvPr id="0" name=""/>
        <dsp:cNvSpPr/>
      </dsp:nvSpPr>
      <dsp:spPr>
        <a:xfrm>
          <a:off x="62630" y="340382"/>
          <a:ext cx="1134609" cy="113460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D49999E2-3869-4B73-A166-9ADBCDCF8BC8}">
      <dsp:nvSpPr>
        <dsp:cNvPr id="0" name=""/>
        <dsp:cNvSpPr/>
      </dsp:nvSpPr>
      <dsp:spPr>
        <a:xfrm>
          <a:off x="959879" y="1815375"/>
          <a:ext cx="9598808" cy="907687"/>
        </a:xfrm>
        <a:prstGeom prst="rect">
          <a:avLst/>
        </a:prstGeom>
        <a:gradFill rotWithShape="0">
          <a:gsLst>
            <a:gs pos="0">
              <a:schemeClr val="accent4">
                <a:hueOff val="-496208"/>
                <a:satOff val="6119"/>
                <a:lumOff val="951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-496208"/>
                <a:satOff val="6119"/>
                <a:lumOff val="951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-496208"/>
                <a:satOff val="6119"/>
                <a:lumOff val="951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0477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solidFill>
                <a:schemeClr val="tx2"/>
              </a:solidFill>
            </a:rPr>
            <a:t>Namun</a:t>
          </a:r>
          <a:r>
            <a:rPr lang="en-US" sz="1400" kern="1200" dirty="0">
              <a:solidFill>
                <a:schemeClr val="tx2"/>
              </a:solidFill>
            </a:rPr>
            <a:t>, </a:t>
          </a:r>
          <a:r>
            <a:rPr lang="en-US" sz="1400" kern="1200" dirty="0" err="1">
              <a:solidFill>
                <a:schemeClr val="tx2"/>
              </a:solidFill>
            </a:rPr>
            <a:t>mencoba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menentukan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kepribadian</a:t>
          </a:r>
          <a:r>
            <a:rPr lang="en-US" sz="1400" kern="1200" dirty="0">
              <a:solidFill>
                <a:schemeClr val="tx2"/>
              </a:solidFill>
            </a:rPr>
            <a:t> ideal yang </a:t>
          </a:r>
          <a:r>
            <a:rPr lang="en-US" sz="1400" kern="1200" dirty="0" err="1">
              <a:solidFill>
                <a:schemeClr val="tx2"/>
              </a:solidFill>
            </a:rPr>
            <a:t>sehat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dan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menentukan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bahwa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penyimpangan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dari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hal-hal</a:t>
          </a:r>
          <a:r>
            <a:rPr lang="en-US" sz="1400" kern="1200" dirty="0">
              <a:solidFill>
                <a:schemeClr val="tx2"/>
              </a:solidFill>
            </a:rPr>
            <a:t> ideal yang </a:t>
          </a:r>
          <a:r>
            <a:rPr lang="en-US" sz="1400" kern="1200" dirty="0" err="1">
              <a:solidFill>
                <a:schemeClr val="tx2"/>
              </a:solidFill>
            </a:rPr>
            <a:t>telah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ditentukan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inilah</a:t>
          </a:r>
          <a:r>
            <a:rPr lang="en-US" sz="1400" kern="1200" dirty="0">
              <a:solidFill>
                <a:schemeClr val="tx2"/>
              </a:solidFill>
            </a:rPr>
            <a:t> yang </a:t>
          </a:r>
          <a:r>
            <a:rPr lang="en-US" sz="1400" kern="1200" dirty="0" err="1">
              <a:solidFill>
                <a:schemeClr val="tx2"/>
              </a:solidFill>
            </a:rPr>
            <a:t>disebut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sebagai</a:t>
          </a:r>
          <a:r>
            <a:rPr lang="en-US" sz="1400" kern="1200" dirty="0">
              <a:solidFill>
                <a:schemeClr val="tx2"/>
              </a:solidFill>
            </a:rPr>
            <a:t> abnormal.</a:t>
          </a:r>
        </a:p>
      </dsp:txBody>
      <dsp:txXfrm>
        <a:off x="959879" y="1815375"/>
        <a:ext cx="9598808" cy="907687"/>
      </dsp:txXfrm>
    </dsp:sp>
    <dsp:sp modelId="{A1F5FB1E-BB09-42B7-A761-9F67B4C79AE2}">
      <dsp:nvSpPr>
        <dsp:cNvPr id="0" name=""/>
        <dsp:cNvSpPr/>
      </dsp:nvSpPr>
      <dsp:spPr>
        <a:xfrm>
          <a:off x="392574" y="1701914"/>
          <a:ext cx="1134609" cy="113460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-496208"/>
              <a:satOff val="6119"/>
              <a:lumOff val="951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83E23260-7222-4488-A62D-B30CAC684F9F}">
      <dsp:nvSpPr>
        <dsp:cNvPr id="0" name=""/>
        <dsp:cNvSpPr/>
      </dsp:nvSpPr>
      <dsp:spPr>
        <a:xfrm>
          <a:off x="629935" y="3176907"/>
          <a:ext cx="9928753" cy="907687"/>
        </a:xfrm>
        <a:prstGeom prst="rect">
          <a:avLst/>
        </a:prstGeom>
        <a:gradFill rotWithShape="0">
          <a:gsLst>
            <a:gs pos="0">
              <a:schemeClr val="accent4">
                <a:hueOff val="-992417"/>
                <a:satOff val="12237"/>
                <a:lumOff val="19019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-992417"/>
                <a:satOff val="12237"/>
                <a:lumOff val="19019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-992417"/>
                <a:satOff val="12237"/>
                <a:lumOff val="19019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0477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solidFill>
                <a:schemeClr val="tx2"/>
              </a:solidFill>
            </a:rPr>
            <a:t>Masalah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utama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dari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konsep</a:t>
          </a:r>
          <a:r>
            <a:rPr lang="en-US" sz="1400" kern="1200" dirty="0">
              <a:solidFill>
                <a:schemeClr val="tx2"/>
              </a:solidFill>
            </a:rPr>
            <a:t> alternative </a:t>
          </a:r>
          <a:r>
            <a:rPr lang="en-US" sz="1400" kern="1200" dirty="0" err="1">
              <a:solidFill>
                <a:schemeClr val="tx2"/>
              </a:solidFill>
            </a:rPr>
            <a:t>ini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adalah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bagaimana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merumuskan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kepribadian</a:t>
          </a:r>
          <a:r>
            <a:rPr lang="en-US" sz="1400" kern="1200" dirty="0">
              <a:solidFill>
                <a:schemeClr val="tx2"/>
              </a:solidFill>
            </a:rPr>
            <a:t> ideal yang </a:t>
          </a:r>
          <a:r>
            <a:rPr lang="en-US" sz="1400" kern="1200" dirty="0" err="1">
              <a:solidFill>
                <a:schemeClr val="tx2"/>
              </a:solidFill>
            </a:rPr>
            <a:t>sehat</a:t>
          </a:r>
          <a:endParaRPr lang="en-US" sz="1400" kern="1200" dirty="0">
            <a:solidFill>
              <a:schemeClr val="tx2"/>
            </a:solidFill>
          </a:endParaRPr>
        </a:p>
      </dsp:txBody>
      <dsp:txXfrm>
        <a:off x="629935" y="3176907"/>
        <a:ext cx="9928753" cy="907687"/>
      </dsp:txXfrm>
    </dsp:sp>
    <dsp:sp modelId="{84D1BC4A-3D67-40D0-9763-2BA4D3B6056A}">
      <dsp:nvSpPr>
        <dsp:cNvPr id="0" name=""/>
        <dsp:cNvSpPr/>
      </dsp:nvSpPr>
      <dsp:spPr>
        <a:xfrm>
          <a:off x="62630" y="3063446"/>
          <a:ext cx="1134609" cy="113460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-992417"/>
              <a:satOff val="12237"/>
              <a:lumOff val="1901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36CB90-8249-42A5-914B-BF0F0FCFD86D}">
      <dsp:nvSpPr>
        <dsp:cNvPr id="0" name=""/>
        <dsp:cNvSpPr/>
      </dsp:nvSpPr>
      <dsp:spPr>
        <a:xfrm>
          <a:off x="1170" y="1945231"/>
          <a:ext cx="4260515" cy="21302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solidFill>
                <a:schemeClr val="tx2"/>
              </a:solidFill>
            </a:rPr>
            <a:t>Secara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garis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besar</a:t>
          </a:r>
          <a:r>
            <a:rPr lang="en-US" sz="1400" kern="1200" dirty="0">
              <a:solidFill>
                <a:schemeClr val="tx2"/>
              </a:solidFill>
            </a:rPr>
            <a:t>, </a:t>
          </a:r>
          <a:r>
            <a:rPr lang="en-US" sz="1400" kern="1200" dirty="0" err="1">
              <a:solidFill>
                <a:schemeClr val="tx2"/>
              </a:solidFill>
            </a:rPr>
            <a:t>kejadian</a:t>
          </a:r>
          <a:r>
            <a:rPr lang="en-US" sz="1400" kern="1200" dirty="0">
              <a:solidFill>
                <a:schemeClr val="tx2"/>
              </a:solidFill>
            </a:rPr>
            <a:t> yang </a:t>
          </a:r>
          <a:r>
            <a:rPr lang="en-US" sz="1400" kern="1200" dirty="0" err="1">
              <a:solidFill>
                <a:schemeClr val="tx2"/>
              </a:solidFill>
            </a:rPr>
            <a:t>menimpa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individu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atau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anak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dapat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berupa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kejadian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biasa</a:t>
          </a:r>
          <a:r>
            <a:rPr lang="en-US" sz="1400" kern="1200" dirty="0">
              <a:solidFill>
                <a:schemeClr val="tx2"/>
              </a:solidFill>
            </a:rPr>
            <a:t> (typical) yang </a:t>
          </a:r>
          <a:r>
            <a:rPr lang="en-US" sz="1400" kern="1200" dirty="0" err="1">
              <a:solidFill>
                <a:schemeClr val="tx2"/>
              </a:solidFill>
            </a:rPr>
            <a:t>muncul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pada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waktu</a:t>
          </a:r>
          <a:r>
            <a:rPr lang="en-US" sz="1400" kern="1200" dirty="0">
              <a:solidFill>
                <a:schemeClr val="tx2"/>
              </a:solidFill>
            </a:rPr>
            <a:t> yang </a:t>
          </a:r>
          <a:r>
            <a:rPr lang="en-US" sz="1400" kern="1200" dirty="0" err="1">
              <a:solidFill>
                <a:schemeClr val="tx2"/>
              </a:solidFill>
            </a:rPr>
            <a:t>tidak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biasa</a:t>
          </a:r>
          <a:r>
            <a:rPr lang="en-US" sz="1400" kern="1200" dirty="0">
              <a:solidFill>
                <a:schemeClr val="tx2"/>
              </a:solidFill>
            </a:rPr>
            <a:t> (atypical time) </a:t>
          </a:r>
          <a:r>
            <a:rPr lang="en-US" sz="1400" kern="1200" dirty="0" err="1">
              <a:solidFill>
                <a:schemeClr val="tx2"/>
              </a:solidFill>
            </a:rPr>
            <a:t>dalam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kehidupan</a:t>
          </a:r>
          <a:r>
            <a:rPr lang="en-US" sz="1400" kern="1200" dirty="0">
              <a:solidFill>
                <a:schemeClr val="tx2"/>
              </a:solidFill>
            </a:rPr>
            <a:t>, </a:t>
          </a:r>
          <a:r>
            <a:rPr lang="en-US" sz="1400" kern="1200" dirty="0" err="1">
              <a:solidFill>
                <a:schemeClr val="tx2"/>
              </a:solidFill>
            </a:rPr>
            <a:t>atau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dapat</a:t>
          </a:r>
          <a:r>
            <a:rPr lang="en-US" sz="1400" kern="1200" dirty="0">
              <a:solidFill>
                <a:schemeClr val="tx2"/>
              </a:solidFill>
            </a:rPr>
            <a:t> pula </a:t>
          </a:r>
          <a:r>
            <a:rPr lang="en-US" sz="1400" kern="1200" dirty="0" err="1">
              <a:solidFill>
                <a:schemeClr val="tx2"/>
              </a:solidFill>
            </a:rPr>
            <a:t>berupa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kejadian</a:t>
          </a:r>
          <a:r>
            <a:rPr lang="en-US" sz="1400" kern="1200" dirty="0">
              <a:solidFill>
                <a:schemeClr val="tx2"/>
              </a:solidFill>
            </a:rPr>
            <a:t> yang </a:t>
          </a:r>
          <a:r>
            <a:rPr lang="en-US" sz="1400" kern="1200" dirty="0" err="1">
              <a:solidFill>
                <a:schemeClr val="tx2"/>
              </a:solidFill>
            </a:rPr>
            <a:t>tidak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biasa</a:t>
          </a:r>
          <a:r>
            <a:rPr lang="en-US" sz="1400" kern="1200" dirty="0">
              <a:solidFill>
                <a:schemeClr val="tx2"/>
              </a:solidFill>
            </a:rPr>
            <a:t> (atypical events) </a:t>
          </a:r>
          <a:r>
            <a:rPr lang="en-US" sz="1400" kern="1200" dirty="0" err="1">
              <a:solidFill>
                <a:schemeClr val="tx2"/>
              </a:solidFill>
            </a:rPr>
            <a:t>misalnya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selamat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dalam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kecelakaan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pesawat</a:t>
          </a:r>
          <a:r>
            <a:rPr lang="en-US" sz="1400" kern="1200" dirty="0">
              <a:solidFill>
                <a:schemeClr val="tx2"/>
              </a:solidFill>
            </a:rPr>
            <a:t>.</a:t>
          </a:r>
        </a:p>
      </dsp:txBody>
      <dsp:txXfrm>
        <a:off x="63563" y="2007624"/>
        <a:ext cx="4135729" cy="2005471"/>
      </dsp:txXfrm>
    </dsp:sp>
    <dsp:sp modelId="{CA8B3F10-4FAA-4900-B989-D734674A4A9F}">
      <dsp:nvSpPr>
        <dsp:cNvPr id="0" name=""/>
        <dsp:cNvSpPr/>
      </dsp:nvSpPr>
      <dsp:spPr>
        <a:xfrm>
          <a:off x="5326814" y="1945231"/>
          <a:ext cx="4260515" cy="21302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7072252"/>
                <a:satOff val="-10775"/>
                <a:lumOff val="-2960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072252"/>
                <a:satOff val="-10775"/>
                <a:lumOff val="-2960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072252"/>
                <a:satOff val="-10775"/>
                <a:lumOff val="-2960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solidFill>
                <a:schemeClr val="tx2"/>
              </a:solidFill>
            </a:rPr>
            <a:t>Sementara</a:t>
          </a:r>
          <a:r>
            <a:rPr lang="en-US" sz="1600" kern="1200" dirty="0">
              <a:solidFill>
                <a:schemeClr val="tx2"/>
              </a:solidFill>
            </a:rPr>
            <a:t> di </a:t>
          </a:r>
          <a:r>
            <a:rPr lang="en-US" sz="1600" kern="1200" dirty="0" err="1">
              <a:solidFill>
                <a:schemeClr val="tx2"/>
              </a:solidFill>
            </a:rPr>
            <a:t>pihak</a:t>
          </a:r>
          <a:r>
            <a:rPr lang="en-US" sz="1600" kern="1200" dirty="0">
              <a:solidFill>
                <a:schemeClr val="tx2"/>
              </a:solidFill>
            </a:rPr>
            <a:t> lain, </a:t>
          </a:r>
          <a:r>
            <a:rPr lang="en-US" sz="1600" kern="1200" dirty="0" err="1">
              <a:solidFill>
                <a:schemeClr val="tx2"/>
              </a:solidFill>
            </a:rPr>
            <a:t>manusia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seringkali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menciptakan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kejadian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nonnormatif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mereka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sendiri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misalnya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memiliki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anak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pada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usia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paruh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baya</a:t>
          </a:r>
          <a:r>
            <a:rPr lang="en-US" sz="1600" kern="1200" dirty="0">
              <a:solidFill>
                <a:schemeClr val="tx2"/>
              </a:solidFill>
            </a:rPr>
            <a:t>, </a:t>
          </a:r>
          <a:r>
            <a:rPr lang="en-US" sz="1600" kern="1200" dirty="0" err="1">
              <a:solidFill>
                <a:schemeClr val="tx2"/>
              </a:solidFill>
            </a:rPr>
            <a:t>memiliki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hobi</a:t>
          </a:r>
          <a:r>
            <a:rPr lang="en-US" sz="1600" kern="1200" dirty="0">
              <a:solidFill>
                <a:schemeClr val="tx2"/>
              </a:solidFill>
            </a:rPr>
            <a:t> yang </a:t>
          </a:r>
          <a:r>
            <a:rPr lang="en-US" sz="1600" kern="1200" dirty="0" err="1">
              <a:solidFill>
                <a:schemeClr val="tx2"/>
              </a:solidFill>
            </a:rPr>
            <a:t>mengandung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resiko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tinggi</a:t>
          </a:r>
          <a:r>
            <a:rPr lang="en-US" sz="1600" kern="1200" dirty="0">
              <a:solidFill>
                <a:schemeClr val="tx2"/>
              </a:solidFill>
            </a:rPr>
            <a:t> (</a:t>
          </a:r>
          <a:r>
            <a:rPr lang="en-US" sz="1600" kern="1200" dirty="0" err="1">
              <a:solidFill>
                <a:schemeClr val="tx2"/>
              </a:solidFill>
            </a:rPr>
            <a:t>misalnya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terjun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payung</a:t>
          </a:r>
          <a:r>
            <a:rPr lang="en-US" sz="1600" kern="1200" dirty="0">
              <a:solidFill>
                <a:schemeClr val="tx2"/>
              </a:solidFill>
            </a:rPr>
            <a:t>).</a:t>
          </a:r>
        </a:p>
      </dsp:txBody>
      <dsp:txXfrm>
        <a:off x="5389207" y="2007624"/>
        <a:ext cx="4135729" cy="200547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A4A61E-7631-4EA5-855F-E44426BAA7E3}">
      <dsp:nvSpPr>
        <dsp:cNvPr id="0" name=""/>
        <dsp:cNvSpPr/>
      </dsp:nvSpPr>
      <dsp:spPr>
        <a:xfrm>
          <a:off x="813434" y="0"/>
          <a:ext cx="9218930" cy="5782733"/>
        </a:xfrm>
        <a:prstGeom prst="rightArrow">
          <a:avLst/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B17709CB-72AD-4C03-AE5B-96B982C36FA3}">
      <dsp:nvSpPr>
        <dsp:cNvPr id="0" name=""/>
        <dsp:cNvSpPr/>
      </dsp:nvSpPr>
      <dsp:spPr>
        <a:xfrm>
          <a:off x="5227" y="1574800"/>
          <a:ext cx="3395272" cy="263313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2"/>
              </a:solidFill>
            </a:rPr>
            <a:t>1. </a:t>
          </a:r>
          <a:r>
            <a:rPr lang="en-US" sz="1600" kern="1200" dirty="0" err="1">
              <a:solidFill>
                <a:schemeClr val="tx2"/>
              </a:solidFill>
            </a:rPr>
            <a:t>Anak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menunjukkan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adanya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gejala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kesedihan</a:t>
          </a:r>
          <a:r>
            <a:rPr lang="en-US" sz="1600" kern="1200" dirty="0">
              <a:solidFill>
                <a:schemeClr val="tx2"/>
              </a:solidFill>
            </a:rPr>
            <a:t> (distress), </a:t>
          </a:r>
          <a:r>
            <a:rPr lang="en-US" sz="1600" kern="1200" dirty="0" err="1">
              <a:solidFill>
                <a:schemeClr val="tx2"/>
              </a:solidFill>
            </a:rPr>
            <a:t>misalnya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ketakutan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dan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kesedihan</a:t>
          </a:r>
          <a:r>
            <a:rPr lang="en-US" sz="1600" kern="1200" dirty="0">
              <a:solidFill>
                <a:schemeClr val="tx2"/>
              </a:solidFill>
            </a:rPr>
            <a:t>.</a:t>
          </a:r>
        </a:p>
      </dsp:txBody>
      <dsp:txXfrm>
        <a:off x="133766" y="1703339"/>
        <a:ext cx="3138194" cy="2376054"/>
      </dsp:txXfrm>
    </dsp:sp>
    <dsp:sp modelId="{9AA6813B-CA99-45BD-9FE4-BA20BCB22665}">
      <dsp:nvSpPr>
        <dsp:cNvPr id="0" name=""/>
        <dsp:cNvSpPr/>
      </dsp:nvSpPr>
      <dsp:spPr>
        <a:xfrm>
          <a:off x="3905189" y="1536703"/>
          <a:ext cx="3288967" cy="2709326"/>
        </a:xfrm>
        <a:prstGeom prst="roundRect">
          <a:avLst/>
        </a:prstGeom>
        <a:gradFill rotWithShape="0">
          <a:gsLst>
            <a:gs pos="0">
              <a:schemeClr val="accent2">
                <a:hueOff val="-3536126"/>
                <a:satOff val="-5387"/>
                <a:lumOff val="-148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536126"/>
                <a:satOff val="-5387"/>
                <a:lumOff val="-148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536126"/>
                <a:satOff val="-5387"/>
                <a:lumOff val="-148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2"/>
              </a:solidFill>
            </a:rPr>
            <a:t>2. </a:t>
          </a:r>
          <a:r>
            <a:rPr lang="en-US" sz="1400" kern="1200" dirty="0" err="1">
              <a:solidFill>
                <a:schemeClr val="tx2"/>
              </a:solidFill>
            </a:rPr>
            <a:t>Perilaku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anak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menunjukkan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adanya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tingkat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disabilitas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tertentu</a:t>
          </a:r>
          <a:r>
            <a:rPr lang="en-US" sz="1400" kern="1200" dirty="0">
              <a:solidFill>
                <a:schemeClr val="tx2"/>
              </a:solidFill>
            </a:rPr>
            <a:t>, </a:t>
          </a:r>
          <a:r>
            <a:rPr lang="en-US" sz="1400" kern="1200" dirty="0" err="1">
              <a:solidFill>
                <a:schemeClr val="tx2"/>
              </a:solidFill>
            </a:rPr>
            <a:t>misalnya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kerusakan</a:t>
          </a:r>
          <a:r>
            <a:rPr lang="en-US" sz="1400" kern="1200" dirty="0">
              <a:solidFill>
                <a:schemeClr val="tx2"/>
              </a:solidFill>
            </a:rPr>
            <a:t> yang </a:t>
          </a:r>
          <a:r>
            <a:rPr lang="en-US" sz="1400" kern="1200" dirty="0" err="1">
              <a:solidFill>
                <a:schemeClr val="tx2"/>
              </a:solidFill>
            </a:rPr>
            <a:t>mendasar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mengakibatkan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gangguan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atau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membatasi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aktifitas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dari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saru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atau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beberapa</a:t>
          </a:r>
          <a:r>
            <a:rPr lang="en-US" sz="1400" kern="1200" dirty="0">
              <a:solidFill>
                <a:schemeClr val="tx2"/>
              </a:solidFill>
            </a:rPr>
            <a:t> area </a:t>
          </a:r>
          <a:r>
            <a:rPr lang="en-US" sz="1400" kern="1200" dirty="0" err="1">
              <a:solidFill>
                <a:schemeClr val="tx2"/>
              </a:solidFill>
            </a:rPr>
            <a:t>fungsional</a:t>
          </a:r>
          <a:r>
            <a:rPr lang="en-US" sz="1400" kern="1200" dirty="0">
              <a:solidFill>
                <a:schemeClr val="tx2"/>
              </a:solidFill>
            </a:rPr>
            <a:t> </a:t>
          </a:r>
          <a:r>
            <a:rPr lang="en-US" sz="1400" kern="1200" dirty="0" err="1">
              <a:solidFill>
                <a:schemeClr val="tx2"/>
              </a:solidFill>
            </a:rPr>
            <a:t>penting</a:t>
          </a:r>
          <a:r>
            <a:rPr lang="en-US" sz="1400" kern="1200" dirty="0">
              <a:solidFill>
                <a:schemeClr val="tx2"/>
              </a:solidFill>
            </a:rPr>
            <a:t>. </a:t>
          </a:r>
        </a:p>
      </dsp:txBody>
      <dsp:txXfrm>
        <a:off x="4037447" y="1668961"/>
        <a:ext cx="3024451" cy="2444810"/>
      </dsp:txXfrm>
    </dsp:sp>
    <dsp:sp modelId="{DEB176BE-6BEC-4B50-88FA-DA18E8F82C08}">
      <dsp:nvSpPr>
        <dsp:cNvPr id="0" name=""/>
        <dsp:cNvSpPr/>
      </dsp:nvSpPr>
      <dsp:spPr>
        <a:xfrm>
          <a:off x="7698847" y="1524004"/>
          <a:ext cx="3141725" cy="2734723"/>
        </a:xfrm>
        <a:prstGeom prst="roundRect">
          <a:avLst/>
        </a:prstGeom>
        <a:gradFill rotWithShape="0">
          <a:gsLst>
            <a:gs pos="0">
              <a:schemeClr val="accent2">
                <a:hueOff val="-7072252"/>
                <a:satOff val="-10775"/>
                <a:lumOff val="-2960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072252"/>
                <a:satOff val="-10775"/>
                <a:lumOff val="-2960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072252"/>
                <a:satOff val="-10775"/>
                <a:lumOff val="-2960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2"/>
              </a:solidFill>
            </a:rPr>
            <a:t>3. Tingkat distress </a:t>
          </a:r>
          <a:r>
            <a:rPr lang="en-US" sz="1800" kern="1200" dirty="0" err="1">
              <a:solidFill>
                <a:schemeClr val="tx2"/>
              </a:solidFill>
            </a:rPr>
            <a:t>atau</a:t>
          </a:r>
          <a:r>
            <a:rPr lang="en-US" sz="1800" kern="1200" dirty="0">
              <a:solidFill>
                <a:schemeClr val="tx2"/>
              </a:solidFill>
            </a:rPr>
            <a:t> </a:t>
          </a:r>
          <a:r>
            <a:rPr lang="en-US" sz="1800" kern="1200" dirty="0" err="1">
              <a:solidFill>
                <a:schemeClr val="tx2"/>
              </a:solidFill>
            </a:rPr>
            <a:t>disabilitas</a:t>
          </a:r>
          <a:r>
            <a:rPr lang="en-US" sz="1800" kern="1200" dirty="0">
              <a:solidFill>
                <a:schemeClr val="tx2"/>
              </a:solidFill>
            </a:rPr>
            <a:t> </a:t>
          </a:r>
          <a:r>
            <a:rPr lang="en-US" sz="1800" kern="1200" dirty="0" err="1">
              <a:solidFill>
                <a:schemeClr val="tx2"/>
              </a:solidFill>
            </a:rPr>
            <a:t>tersebut</a:t>
          </a:r>
          <a:r>
            <a:rPr lang="en-US" sz="1800" kern="1200" dirty="0">
              <a:solidFill>
                <a:schemeClr val="tx2"/>
              </a:solidFill>
            </a:rPr>
            <a:t> </a:t>
          </a:r>
          <a:r>
            <a:rPr lang="en-US" sz="1800" kern="1200" dirty="0" err="1">
              <a:solidFill>
                <a:schemeClr val="tx2"/>
              </a:solidFill>
            </a:rPr>
            <a:t>menimbulkan</a:t>
          </a:r>
          <a:r>
            <a:rPr lang="en-US" sz="1800" kern="1200" dirty="0">
              <a:solidFill>
                <a:schemeClr val="tx2"/>
              </a:solidFill>
            </a:rPr>
            <a:t> </a:t>
          </a:r>
          <a:r>
            <a:rPr lang="en-US" sz="1800" kern="1200" dirty="0" err="1">
              <a:solidFill>
                <a:schemeClr val="tx2"/>
              </a:solidFill>
            </a:rPr>
            <a:t>resiko</a:t>
          </a:r>
          <a:r>
            <a:rPr lang="en-US" sz="1800" kern="1200" dirty="0">
              <a:solidFill>
                <a:schemeClr val="tx2"/>
              </a:solidFill>
            </a:rPr>
            <a:t> </a:t>
          </a:r>
          <a:r>
            <a:rPr lang="en-US" sz="1800" kern="1200" dirty="0" err="1">
              <a:solidFill>
                <a:schemeClr val="tx2"/>
              </a:solidFill>
            </a:rPr>
            <a:t>penderitaan</a:t>
          </a:r>
          <a:r>
            <a:rPr lang="en-US" sz="1800" kern="1200" dirty="0">
              <a:solidFill>
                <a:schemeClr val="tx2"/>
              </a:solidFill>
            </a:rPr>
            <a:t> </a:t>
          </a:r>
          <a:r>
            <a:rPr lang="en-US" sz="1800" kern="1200" dirty="0" err="1">
              <a:solidFill>
                <a:schemeClr val="tx2"/>
              </a:solidFill>
            </a:rPr>
            <a:t>atau</a:t>
          </a:r>
          <a:r>
            <a:rPr lang="en-US" sz="1800" kern="1200" dirty="0">
              <a:solidFill>
                <a:schemeClr val="tx2"/>
              </a:solidFill>
            </a:rPr>
            <a:t> </a:t>
          </a:r>
          <a:r>
            <a:rPr lang="en-US" sz="1800" kern="1200" dirty="0" err="1">
              <a:solidFill>
                <a:schemeClr val="tx2"/>
              </a:solidFill>
            </a:rPr>
            <a:t>ancaman</a:t>
          </a:r>
          <a:r>
            <a:rPr lang="en-US" sz="1800" kern="1200" dirty="0">
              <a:solidFill>
                <a:schemeClr val="tx2"/>
              </a:solidFill>
            </a:rPr>
            <a:t> </a:t>
          </a:r>
          <a:r>
            <a:rPr lang="en-US" sz="1800" kern="1200" dirty="0" err="1">
              <a:solidFill>
                <a:schemeClr val="tx2"/>
              </a:solidFill>
            </a:rPr>
            <a:t>lebih</a:t>
          </a:r>
          <a:r>
            <a:rPr lang="en-US" sz="1800" kern="1200" dirty="0">
              <a:solidFill>
                <a:schemeClr val="tx2"/>
              </a:solidFill>
            </a:rPr>
            <a:t> </a:t>
          </a:r>
          <a:r>
            <a:rPr lang="en-US" sz="1800" kern="1200" dirty="0" err="1">
              <a:solidFill>
                <a:schemeClr val="tx2"/>
              </a:solidFill>
            </a:rPr>
            <a:t>jauh</a:t>
          </a:r>
          <a:r>
            <a:rPr lang="en-US" sz="1800" kern="1200" dirty="0">
              <a:solidFill>
                <a:schemeClr val="tx2"/>
              </a:solidFill>
            </a:rPr>
            <a:t> .</a:t>
          </a:r>
        </a:p>
      </dsp:txBody>
      <dsp:txXfrm>
        <a:off x="7832345" y="1657502"/>
        <a:ext cx="2874729" cy="246772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38D235-2231-48BD-B7FE-E404B7DC124B}">
      <dsp:nvSpPr>
        <dsp:cNvPr id="0" name=""/>
        <dsp:cNvSpPr/>
      </dsp:nvSpPr>
      <dsp:spPr>
        <a:xfrm>
          <a:off x="1416708" y="1670"/>
          <a:ext cx="6525703" cy="3915421"/>
        </a:xfrm>
        <a:prstGeom prst="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>
              <a:solidFill>
                <a:schemeClr val="tx2"/>
              </a:solidFill>
            </a:rPr>
            <a:t>Pemahaman</a:t>
          </a:r>
          <a:r>
            <a:rPr lang="en-US" sz="2200" kern="1200" dirty="0">
              <a:solidFill>
                <a:schemeClr val="tx2"/>
              </a:solidFill>
            </a:rPr>
            <a:t> </a:t>
          </a:r>
          <a:r>
            <a:rPr lang="en-US" sz="2200" kern="1200" dirty="0" err="1">
              <a:solidFill>
                <a:schemeClr val="tx2"/>
              </a:solidFill>
            </a:rPr>
            <a:t>mengenai</a:t>
          </a:r>
          <a:r>
            <a:rPr lang="en-US" sz="2200" kern="1200" dirty="0">
              <a:solidFill>
                <a:schemeClr val="tx2"/>
              </a:solidFill>
            </a:rPr>
            <a:t> </a:t>
          </a:r>
          <a:r>
            <a:rPr lang="en-US" sz="2200" kern="1200" dirty="0" err="1">
              <a:solidFill>
                <a:schemeClr val="tx2"/>
              </a:solidFill>
            </a:rPr>
            <a:t>anak-anak</a:t>
          </a:r>
          <a:r>
            <a:rPr lang="en-US" sz="2200" kern="1200" dirty="0">
              <a:solidFill>
                <a:schemeClr val="tx2"/>
              </a:solidFill>
            </a:rPr>
            <a:t> yang </a:t>
          </a:r>
          <a:r>
            <a:rPr lang="en-US" sz="2200" kern="1200" dirty="0" err="1">
              <a:solidFill>
                <a:schemeClr val="tx2"/>
              </a:solidFill>
            </a:rPr>
            <a:t>berkelainan</a:t>
          </a:r>
          <a:r>
            <a:rPr lang="en-US" sz="2200" kern="1200" dirty="0">
              <a:solidFill>
                <a:schemeClr val="tx2"/>
              </a:solidFill>
            </a:rPr>
            <a:t> </a:t>
          </a:r>
          <a:r>
            <a:rPr lang="en-US" sz="2200" kern="1200" dirty="0" err="1">
              <a:solidFill>
                <a:schemeClr val="tx2"/>
              </a:solidFill>
            </a:rPr>
            <a:t>atau</a:t>
          </a:r>
          <a:r>
            <a:rPr lang="en-US" sz="2200" kern="1200" dirty="0">
              <a:solidFill>
                <a:schemeClr val="tx2"/>
              </a:solidFill>
            </a:rPr>
            <a:t> </a:t>
          </a:r>
          <a:r>
            <a:rPr lang="en-US" sz="2200" kern="1200" dirty="0" err="1">
              <a:solidFill>
                <a:schemeClr val="tx2"/>
              </a:solidFill>
            </a:rPr>
            <a:t>dalam</a:t>
          </a:r>
          <a:r>
            <a:rPr lang="en-US" sz="2200" kern="1200" dirty="0">
              <a:solidFill>
                <a:schemeClr val="tx2"/>
              </a:solidFill>
            </a:rPr>
            <a:t> </a:t>
          </a:r>
          <a:r>
            <a:rPr lang="en-US" sz="2200" kern="1200" dirty="0" err="1">
              <a:solidFill>
                <a:schemeClr val="tx2"/>
              </a:solidFill>
            </a:rPr>
            <a:t>psikologi</a:t>
          </a:r>
          <a:r>
            <a:rPr lang="en-US" sz="2200" kern="1200" dirty="0">
              <a:solidFill>
                <a:schemeClr val="tx2"/>
              </a:solidFill>
            </a:rPr>
            <a:t> </a:t>
          </a:r>
          <a:r>
            <a:rPr lang="en-US" sz="2200" kern="1200" dirty="0" err="1">
              <a:solidFill>
                <a:schemeClr val="tx2"/>
              </a:solidFill>
            </a:rPr>
            <a:t>perkembangan</a:t>
          </a:r>
          <a:r>
            <a:rPr lang="en-US" sz="2200" kern="1200" dirty="0">
              <a:solidFill>
                <a:schemeClr val="tx2"/>
              </a:solidFill>
            </a:rPr>
            <a:t> </a:t>
          </a:r>
          <a:r>
            <a:rPr lang="en-US" sz="2200" kern="1200" dirty="0" err="1">
              <a:solidFill>
                <a:schemeClr val="tx2"/>
              </a:solidFill>
            </a:rPr>
            <a:t>dikenal</a:t>
          </a:r>
          <a:r>
            <a:rPr lang="en-US" sz="2200" kern="1200" dirty="0">
              <a:solidFill>
                <a:schemeClr val="tx2"/>
              </a:solidFill>
            </a:rPr>
            <a:t> </a:t>
          </a:r>
          <a:r>
            <a:rPr lang="en-US" sz="2200" kern="1200" dirty="0" err="1">
              <a:solidFill>
                <a:schemeClr val="tx2"/>
              </a:solidFill>
            </a:rPr>
            <a:t>dengan</a:t>
          </a:r>
          <a:r>
            <a:rPr lang="en-US" sz="2200" kern="1200" dirty="0">
              <a:solidFill>
                <a:schemeClr val="tx2"/>
              </a:solidFill>
            </a:rPr>
            <a:t> </a:t>
          </a:r>
          <a:r>
            <a:rPr lang="en-US" sz="2200" kern="1200" dirty="0" err="1">
              <a:solidFill>
                <a:schemeClr val="tx2"/>
              </a:solidFill>
            </a:rPr>
            <a:t>psikopatologi</a:t>
          </a:r>
          <a:r>
            <a:rPr lang="en-US" sz="2200" kern="1200" dirty="0">
              <a:solidFill>
                <a:schemeClr val="tx2"/>
              </a:solidFill>
            </a:rPr>
            <a:t> </a:t>
          </a:r>
          <a:r>
            <a:rPr lang="en-US" sz="2200" kern="1200" dirty="0" err="1">
              <a:solidFill>
                <a:schemeClr val="tx2"/>
              </a:solidFill>
            </a:rPr>
            <a:t>perkembangan</a:t>
          </a:r>
          <a:r>
            <a:rPr lang="en-US" sz="2200" kern="1200" dirty="0">
              <a:solidFill>
                <a:schemeClr val="tx2"/>
              </a:solidFill>
            </a:rPr>
            <a:t> (developmental </a:t>
          </a:r>
          <a:r>
            <a:rPr lang="en-US" sz="2200" kern="1200" dirty="0" err="1">
              <a:solidFill>
                <a:schemeClr val="tx2"/>
              </a:solidFill>
            </a:rPr>
            <a:t>psychopatology</a:t>
          </a:r>
          <a:r>
            <a:rPr lang="en-US" sz="2200" kern="1200" dirty="0">
              <a:solidFill>
                <a:schemeClr val="tx2"/>
              </a:solidFill>
            </a:rPr>
            <a:t>) </a:t>
          </a:r>
          <a:r>
            <a:rPr lang="en-US" sz="2200" kern="1200" dirty="0" err="1">
              <a:solidFill>
                <a:schemeClr val="tx2"/>
              </a:solidFill>
            </a:rPr>
            <a:t>meliputi</a:t>
          </a:r>
          <a:r>
            <a:rPr lang="en-US" sz="2200" kern="1200" dirty="0">
              <a:solidFill>
                <a:schemeClr val="tx2"/>
              </a:solidFill>
            </a:rPr>
            <a:t> </a:t>
          </a:r>
          <a:r>
            <a:rPr lang="en-US" sz="2200" kern="1200" dirty="0" err="1">
              <a:solidFill>
                <a:schemeClr val="tx2"/>
              </a:solidFill>
            </a:rPr>
            <a:t>kajian</a:t>
          </a:r>
          <a:r>
            <a:rPr lang="en-US" sz="2200" kern="1200" dirty="0">
              <a:solidFill>
                <a:schemeClr val="tx2"/>
              </a:solidFill>
            </a:rPr>
            <a:t> </a:t>
          </a:r>
          <a:r>
            <a:rPr lang="en-US" sz="2200" kern="1200" dirty="0" err="1">
              <a:solidFill>
                <a:schemeClr val="tx2"/>
              </a:solidFill>
            </a:rPr>
            <a:t>mengenai</a:t>
          </a:r>
          <a:r>
            <a:rPr lang="en-US" sz="2200" kern="1200" dirty="0">
              <a:solidFill>
                <a:schemeClr val="tx2"/>
              </a:solidFill>
            </a:rPr>
            <a:t> </a:t>
          </a:r>
          <a:r>
            <a:rPr lang="en-US" sz="2200" kern="1200" dirty="0" err="1">
              <a:solidFill>
                <a:schemeClr val="tx2"/>
              </a:solidFill>
            </a:rPr>
            <a:t>asal-usul</a:t>
          </a:r>
          <a:r>
            <a:rPr lang="en-US" sz="2200" kern="1200" dirty="0">
              <a:solidFill>
                <a:schemeClr val="tx2"/>
              </a:solidFill>
            </a:rPr>
            <a:t>, </a:t>
          </a:r>
          <a:r>
            <a:rPr lang="en-US" sz="2200" kern="1200" dirty="0" err="1">
              <a:solidFill>
                <a:schemeClr val="tx2"/>
              </a:solidFill>
            </a:rPr>
            <a:t>perubahan</a:t>
          </a:r>
          <a:r>
            <a:rPr lang="en-US" sz="2200" kern="1200" dirty="0">
              <a:solidFill>
                <a:schemeClr val="tx2"/>
              </a:solidFill>
            </a:rPr>
            <a:t>- </a:t>
          </a:r>
          <a:r>
            <a:rPr lang="en-US" sz="2200" kern="1200" dirty="0" err="1">
              <a:solidFill>
                <a:schemeClr val="tx2"/>
              </a:solidFill>
            </a:rPr>
            <a:t>perubahan</a:t>
          </a:r>
          <a:r>
            <a:rPr lang="en-US" sz="2200" kern="1200" dirty="0">
              <a:solidFill>
                <a:schemeClr val="tx2"/>
              </a:solidFill>
            </a:rPr>
            <a:t> </a:t>
          </a:r>
          <a:r>
            <a:rPr lang="en-US" sz="2200" kern="1200" dirty="0" err="1">
              <a:solidFill>
                <a:schemeClr val="tx2"/>
              </a:solidFill>
            </a:rPr>
            <a:t>dan</a:t>
          </a:r>
          <a:r>
            <a:rPr lang="en-US" sz="2200" kern="1200" dirty="0">
              <a:solidFill>
                <a:schemeClr val="tx2"/>
              </a:solidFill>
            </a:rPr>
            <a:t> </a:t>
          </a:r>
          <a:r>
            <a:rPr lang="en-US" sz="2200" kern="1200" dirty="0" err="1">
              <a:solidFill>
                <a:schemeClr val="tx2"/>
              </a:solidFill>
            </a:rPr>
            <a:t>kesinambungan</a:t>
          </a:r>
          <a:r>
            <a:rPr lang="en-US" sz="2200" kern="1200" dirty="0">
              <a:solidFill>
                <a:schemeClr val="tx2"/>
              </a:solidFill>
            </a:rPr>
            <a:t> </a:t>
          </a:r>
          <a:r>
            <a:rPr lang="en-US" sz="2200" kern="1200" dirty="0" err="1">
              <a:solidFill>
                <a:schemeClr val="tx2"/>
              </a:solidFill>
            </a:rPr>
            <a:t>dari</a:t>
          </a:r>
          <a:r>
            <a:rPr lang="en-US" sz="2200" kern="1200" dirty="0">
              <a:solidFill>
                <a:schemeClr val="tx2"/>
              </a:solidFill>
            </a:rPr>
            <a:t> </a:t>
          </a:r>
          <a:r>
            <a:rPr lang="en-US" sz="2200" kern="1200" dirty="0" err="1">
              <a:solidFill>
                <a:schemeClr val="tx2"/>
              </a:solidFill>
            </a:rPr>
            <a:t>perilaku</a:t>
          </a:r>
          <a:r>
            <a:rPr lang="en-US" sz="2200" kern="1200" dirty="0">
              <a:solidFill>
                <a:schemeClr val="tx2"/>
              </a:solidFill>
            </a:rPr>
            <a:t> </a:t>
          </a:r>
          <a:r>
            <a:rPr lang="en-US" sz="2200" kern="1200" dirty="0" err="1">
              <a:solidFill>
                <a:schemeClr val="tx2"/>
              </a:solidFill>
            </a:rPr>
            <a:t>berkelainan</a:t>
          </a:r>
          <a:r>
            <a:rPr lang="en-US" sz="2200" kern="1200" dirty="0">
              <a:solidFill>
                <a:schemeClr val="tx2"/>
              </a:solidFill>
            </a:rPr>
            <a:t> (maladaptive) </a:t>
          </a:r>
          <a:r>
            <a:rPr lang="en-US" sz="2200" kern="1200" dirty="0" err="1">
              <a:solidFill>
                <a:schemeClr val="tx2"/>
              </a:solidFill>
            </a:rPr>
            <a:t>sepanjang</a:t>
          </a:r>
          <a:r>
            <a:rPr lang="en-US" sz="2200" kern="1200" dirty="0">
              <a:solidFill>
                <a:schemeClr val="tx2"/>
              </a:solidFill>
            </a:rPr>
            <a:t> </a:t>
          </a:r>
          <a:r>
            <a:rPr lang="en-US" sz="2200" kern="1200" dirty="0" err="1">
              <a:solidFill>
                <a:schemeClr val="tx2"/>
              </a:solidFill>
            </a:rPr>
            <a:t>rentang</a:t>
          </a:r>
          <a:r>
            <a:rPr lang="en-US" sz="2200" kern="1200" dirty="0">
              <a:solidFill>
                <a:schemeClr val="tx2"/>
              </a:solidFill>
            </a:rPr>
            <a:t> </a:t>
          </a:r>
          <a:r>
            <a:rPr lang="en-US" sz="2200" kern="1200" dirty="0" err="1">
              <a:solidFill>
                <a:schemeClr val="tx2"/>
              </a:solidFill>
            </a:rPr>
            <a:t>kehidupan</a:t>
          </a:r>
          <a:r>
            <a:rPr lang="en-US" sz="2200" kern="1200" dirty="0">
              <a:solidFill>
                <a:schemeClr val="tx2"/>
              </a:solidFill>
            </a:rPr>
            <a:t>. </a:t>
          </a:r>
        </a:p>
      </dsp:txBody>
      <dsp:txXfrm>
        <a:off x="1416708" y="1670"/>
        <a:ext cx="6525703" cy="391542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1B9028-D814-4721-B225-4819599596D9}">
      <dsp:nvSpPr>
        <dsp:cNvPr id="0" name=""/>
        <dsp:cNvSpPr/>
      </dsp:nvSpPr>
      <dsp:spPr>
        <a:xfrm>
          <a:off x="1262832" y="0"/>
          <a:ext cx="6525703" cy="391542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Ada 4 </a:t>
          </a:r>
          <a:r>
            <a:rPr lang="en-US" sz="1500" kern="1200" dirty="0" err="1"/>
            <a:t>prinsip</a:t>
          </a:r>
          <a:r>
            <a:rPr lang="en-US" sz="1500" kern="1200" dirty="0"/>
            <a:t> </a:t>
          </a:r>
          <a:r>
            <a:rPr lang="en-US" sz="1500" kern="1200" dirty="0" err="1"/>
            <a:t>dasar</a:t>
          </a:r>
          <a:r>
            <a:rPr lang="en-US" sz="1500" kern="1200" dirty="0"/>
            <a:t> yang </a:t>
          </a:r>
          <a:r>
            <a:rPr lang="en-US" sz="1500" kern="1200" dirty="0" err="1"/>
            <a:t>harus</a:t>
          </a:r>
          <a:r>
            <a:rPr lang="en-US" sz="1500" kern="1200" dirty="0"/>
            <a:t> </a:t>
          </a:r>
          <a:r>
            <a:rPr lang="en-US" sz="1500" kern="1200" dirty="0" err="1"/>
            <a:t>dicermati</a:t>
          </a:r>
          <a:r>
            <a:rPr lang="en-US" sz="1500" kern="1200" dirty="0"/>
            <a:t> </a:t>
          </a:r>
          <a:r>
            <a:rPr lang="en-US" sz="1500" kern="1200" dirty="0" err="1"/>
            <a:t>dalam</a:t>
          </a:r>
          <a:r>
            <a:rPr lang="en-US" sz="1500" kern="1200" dirty="0"/>
            <a:t> </a:t>
          </a:r>
          <a:r>
            <a:rPr lang="en-US" sz="1500" kern="1200" dirty="0" err="1"/>
            <a:t>psikopatologi</a:t>
          </a:r>
          <a:r>
            <a:rPr lang="en-US" sz="1500" kern="1200" dirty="0"/>
            <a:t> </a:t>
          </a:r>
          <a:r>
            <a:rPr lang="en-US" sz="1500" kern="1200" dirty="0" err="1"/>
            <a:t>perkembangan</a:t>
          </a:r>
          <a:r>
            <a:rPr lang="en-US" sz="1500" kern="1200" dirty="0"/>
            <a:t> </a:t>
          </a:r>
          <a:r>
            <a:rPr lang="en-US" sz="1500" kern="1200" dirty="0" err="1"/>
            <a:t>yaitu</a:t>
          </a:r>
          <a:r>
            <a:rPr lang="en-US" sz="1500" kern="1200" dirty="0"/>
            <a:t>: (1) </a:t>
          </a:r>
          <a:r>
            <a:rPr lang="en-US" sz="1500" kern="1200" dirty="0" err="1"/>
            <a:t>aturan</a:t>
          </a:r>
          <a:r>
            <a:rPr lang="en-US" sz="1500" kern="1200" dirty="0"/>
            <a:t> </a:t>
          </a:r>
          <a:r>
            <a:rPr lang="en-US" sz="1500" kern="1200" dirty="0" err="1"/>
            <a:t>aturan</a:t>
          </a:r>
          <a:r>
            <a:rPr lang="en-US" sz="1500" kern="1200" dirty="0"/>
            <a:t> </a:t>
          </a:r>
          <a:r>
            <a:rPr lang="en-US" sz="1500" kern="1200" dirty="0" err="1"/>
            <a:t>perkembangan</a:t>
          </a:r>
          <a:r>
            <a:rPr lang="en-US" sz="1500" kern="1200" dirty="0"/>
            <a:t> </a:t>
          </a:r>
          <a:r>
            <a:rPr lang="en-US" sz="1500" kern="1200" dirty="0" err="1"/>
            <a:t>harus</a:t>
          </a:r>
          <a:r>
            <a:rPr lang="en-US" sz="1500" kern="1200" dirty="0"/>
            <a:t> </a:t>
          </a:r>
          <a:r>
            <a:rPr lang="en-US" sz="1500" kern="1200" dirty="0" err="1"/>
            <a:t>dipertimbangkan</a:t>
          </a:r>
          <a:r>
            <a:rPr lang="en-US" sz="1500" kern="1200" dirty="0"/>
            <a:t> </a:t>
          </a:r>
          <a:r>
            <a:rPr lang="en-US" sz="1500" kern="1200" dirty="0" err="1"/>
            <a:t>dalam</a:t>
          </a:r>
          <a:r>
            <a:rPr lang="en-US" sz="1500" kern="1200" dirty="0"/>
            <a:t> </a:t>
          </a:r>
          <a:r>
            <a:rPr lang="en-US" sz="1500" kern="1200" dirty="0" err="1"/>
            <a:t>mempelajari</a:t>
          </a:r>
          <a:r>
            <a:rPr lang="en-US" sz="1500" kern="1200" dirty="0"/>
            <a:t> </a:t>
          </a:r>
          <a:r>
            <a:rPr lang="en-US" sz="1500" kern="1200" dirty="0" err="1"/>
            <a:t>asal-usul</a:t>
          </a:r>
          <a:r>
            <a:rPr lang="en-US" sz="1500" kern="1200" dirty="0"/>
            <a:t> </a:t>
          </a:r>
          <a:r>
            <a:rPr lang="en-US" sz="1500" kern="1200" dirty="0" err="1"/>
            <a:t>simtom</a:t>
          </a:r>
          <a:r>
            <a:rPr lang="en-US" sz="1500" kern="1200" dirty="0"/>
            <a:t> </a:t>
          </a:r>
          <a:r>
            <a:rPr lang="en-US" sz="1500" kern="1200" dirty="0" err="1"/>
            <a:t>akan</a:t>
          </a:r>
          <a:r>
            <a:rPr lang="en-US" sz="1500" kern="1200" dirty="0"/>
            <a:t> </a:t>
          </a:r>
          <a:r>
            <a:rPr lang="en-US" sz="1500" kern="1200" dirty="0" err="1"/>
            <a:t>bervariasi</a:t>
          </a:r>
          <a:r>
            <a:rPr lang="en-US" sz="1500" kern="1200" dirty="0"/>
            <a:t> </a:t>
          </a:r>
          <a:r>
            <a:rPr lang="en-US" sz="1500" kern="1200" dirty="0" err="1"/>
            <a:t>sejalan</a:t>
          </a:r>
          <a:r>
            <a:rPr lang="en-US" sz="1500" kern="1200" dirty="0"/>
            <a:t> </a:t>
          </a:r>
          <a:r>
            <a:rPr lang="en-US" sz="1500" kern="1200" dirty="0" err="1"/>
            <a:t>dengan</a:t>
          </a:r>
          <a:r>
            <a:rPr lang="en-US" sz="1500" kern="1200" dirty="0"/>
            <a:t> </a:t>
          </a:r>
          <a:r>
            <a:rPr lang="en-US" sz="1500" kern="1200" dirty="0" err="1"/>
            <a:t>perkembangan</a:t>
          </a:r>
          <a:r>
            <a:rPr lang="en-US" sz="1500" kern="1200" dirty="0"/>
            <a:t>; (2) </a:t>
          </a:r>
          <a:r>
            <a:rPr lang="en-US" sz="1500" kern="1200" dirty="0" err="1"/>
            <a:t>psikotapologi</a:t>
          </a:r>
          <a:r>
            <a:rPr lang="en-US" sz="1500" kern="1200" dirty="0"/>
            <a:t> </a:t>
          </a:r>
          <a:r>
            <a:rPr lang="en-US" sz="1500" kern="1200" dirty="0" err="1"/>
            <a:t>harus</a:t>
          </a:r>
          <a:r>
            <a:rPr lang="en-US" sz="1500" kern="1200" dirty="0"/>
            <a:t> </a:t>
          </a:r>
          <a:r>
            <a:rPr lang="en-US" sz="1500" kern="1200" dirty="0" err="1"/>
            <a:t>didefinisikan</a:t>
          </a:r>
          <a:r>
            <a:rPr lang="en-US" sz="1500" kern="1200" dirty="0"/>
            <a:t> </a:t>
          </a:r>
          <a:r>
            <a:rPr lang="en-US" sz="1500" kern="1200" dirty="0" err="1"/>
            <a:t>dalam</a:t>
          </a:r>
          <a:r>
            <a:rPr lang="en-US" sz="1500" kern="1200" dirty="0"/>
            <a:t> </a:t>
          </a:r>
          <a:r>
            <a:rPr lang="en-US" sz="1500" kern="1200" dirty="0" err="1"/>
            <a:t>pengertian</a:t>
          </a:r>
          <a:r>
            <a:rPr lang="en-US" sz="1500" kern="1200" dirty="0"/>
            <a:t> </a:t>
          </a:r>
          <a:r>
            <a:rPr lang="en-US" sz="1500" kern="1200" dirty="0" err="1"/>
            <a:t>menyimpang</a:t>
          </a:r>
          <a:r>
            <a:rPr lang="en-US" sz="1500" kern="1200" dirty="0"/>
            <a:t> </a:t>
          </a:r>
          <a:r>
            <a:rPr lang="en-US" sz="1500" kern="1200" dirty="0" err="1"/>
            <a:t>dari</a:t>
          </a:r>
          <a:r>
            <a:rPr lang="en-US" sz="1500" kern="1200" dirty="0"/>
            <a:t> </a:t>
          </a:r>
          <a:r>
            <a:rPr lang="en-US" sz="1500" kern="1200" dirty="0" err="1"/>
            <a:t>perilaku</a:t>
          </a:r>
          <a:r>
            <a:rPr lang="en-US" sz="1500" kern="1200" dirty="0"/>
            <a:t> normal </a:t>
          </a:r>
          <a:r>
            <a:rPr lang="en-US" sz="1500" kern="1200" dirty="0" err="1"/>
            <a:t>dan</a:t>
          </a:r>
          <a:r>
            <a:rPr lang="en-US" sz="1500" kern="1200" dirty="0"/>
            <a:t> </a:t>
          </a:r>
          <a:r>
            <a:rPr lang="en-US" sz="1500" kern="1200" dirty="0" err="1"/>
            <a:t>sesuai</a:t>
          </a:r>
          <a:r>
            <a:rPr lang="en-US" sz="1500" kern="1200" dirty="0"/>
            <a:t> </a:t>
          </a:r>
          <a:r>
            <a:rPr lang="en-US" sz="1500" kern="1200" dirty="0" err="1"/>
            <a:t>dengan</a:t>
          </a:r>
          <a:r>
            <a:rPr lang="en-US" sz="1500" kern="1200" dirty="0"/>
            <a:t> </a:t>
          </a:r>
          <a:r>
            <a:rPr lang="en-US" sz="1500" kern="1200" dirty="0" err="1"/>
            <a:t>pencapaian</a:t>
          </a:r>
          <a:r>
            <a:rPr lang="en-US" sz="1500" kern="1200" dirty="0"/>
            <a:t> rata-rata </a:t>
          </a:r>
          <a:r>
            <a:rPr lang="en-US" sz="1500" kern="1200" dirty="0" err="1"/>
            <a:t>anak</a:t>
          </a:r>
          <a:r>
            <a:rPr lang="en-US" sz="1500" kern="1200" dirty="0"/>
            <a:t> </a:t>
          </a:r>
          <a:r>
            <a:rPr lang="en-US" sz="1500" kern="1200" dirty="0" err="1"/>
            <a:t>dalam</a:t>
          </a:r>
          <a:r>
            <a:rPr lang="en-US" sz="1500" kern="1200" dirty="0"/>
            <a:t> </a:t>
          </a:r>
          <a:r>
            <a:rPr lang="en-US" sz="1500" kern="1200" dirty="0" err="1"/>
            <a:t>rentang</a:t>
          </a:r>
          <a:r>
            <a:rPr lang="en-US" sz="1500" kern="1200" dirty="0"/>
            <a:t> </a:t>
          </a:r>
          <a:r>
            <a:rPr lang="en-US" sz="1500" kern="1200" dirty="0" err="1"/>
            <a:t>usia</a:t>
          </a:r>
          <a:r>
            <a:rPr lang="en-US" sz="1500" kern="1200" dirty="0"/>
            <a:t> yang </a:t>
          </a:r>
          <a:r>
            <a:rPr lang="en-US" sz="1500" kern="1200" dirty="0" err="1"/>
            <a:t>sama</a:t>
          </a:r>
          <a:r>
            <a:rPr lang="en-US" sz="1500" kern="1200" dirty="0"/>
            <a:t>; (3) </a:t>
          </a:r>
          <a:r>
            <a:rPr lang="en-US" sz="1500" kern="1200" dirty="0" err="1"/>
            <a:t>tanda-tanda</a:t>
          </a:r>
          <a:r>
            <a:rPr lang="en-US" sz="1500" kern="1200" dirty="0"/>
            <a:t> </a:t>
          </a:r>
          <a:r>
            <a:rPr lang="en-US" sz="1500" kern="1200" dirty="0" err="1"/>
            <a:t>awal</a:t>
          </a:r>
          <a:r>
            <a:rPr lang="en-US" sz="1500" kern="1200" dirty="0"/>
            <a:t> </a:t>
          </a:r>
          <a:r>
            <a:rPr lang="en-US" sz="1500" kern="1200" dirty="0" err="1"/>
            <a:t>dari</a:t>
          </a:r>
          <a:r>
            <a:rPr lang="en-US" sz="1500" kern="1200" dirty="0"/>
            <a:t> </a:t>
          </a:r>
          <a:r>
            <a:rPr lang="en-US" sz="1500" kern="1200" dirty="0" err="1"/>
            <a:t>kelainan</a:t>
          </a:r>
          <a:r>
            <a:rPr lang="en-US" sz="1500" kern="1200" dirty="0"/>
            <a:t> </a:t>
          </a:r>
          <a:r>
            <a:rPr lang="en-US" sz="1500" kern="1200" dirty="0" err="1"/>
            <a:t>perilaku</a:t>
          </a:r>
          <a:r>
            <a:rPr lang="en-US" sz="1500" kern="1200" dirty="0"/>
            <a:t>, </a:t>
          </a:r>
          <a:r>
            <a:rPr lang="en-US" sz="1500" kern="1200" dirty="0" err="1"/>
            <a:t>misalnya</a:t>
          </a:r>
          <a:r>
            <a:rPr lang="en-US" sz="1500" kern="1200" dirty="0"/>
            <a:t> </a:t>
          </a:r>
          <a:r>
            <a:rPr lang="en-US" sz="1500" kern="1200" dirty="0" err="1"/>
            <a:t>perilaku</a:t>
          </a:r>
          <a:r>
            <a:rPr lang="en-US" sz="1500" kern="1200" dirty="0"/>
            <a:t> </a:t>
          </a:r>
          <a:r>
            <a:rPr lang="en-US" sz="1500" kern="1200" dirty="0" err="1"/>
            <a:t>tidak</a:t>
          </a:r>
          <a:r>
            <a:rPr lang="en-US" sz="1500" kern="1200" dirty="0"/>
            <a:t> </a:t>
          </a:r>
          <a:r>
            <a:rPr lang="en-US" sz="1500" kern="1200" dirty="0" err="1"/>
            <a:t>mau</a:t>
          </a:r>
          <a:r>
            <a:rPr lang="en-US" sz="1500" kern="1200" dirty="0"/>
            <a:t> </a:t>
          </a:r>
          <a:r>
            <a:rPr lang="en-US" sz="1500" kern="1200" dirty="0" err="1"/>
            <a:t>mengalah</a:t>
          </a:r>
          <a:r>
            <a:rPr lang="en-US" sz="1500" kern="1200" dirty="0"/>
            <a:t> </a:t>
          </a:r>
          <a:r>
            <a:rPr lang="en-US" sz="1500" kern="1200" dirty="0" err="1"/>
            <a:t>dan</a:t>
          </a:r>
          <a:r>
            <a:rPr lang="en-US" sz="1500" kern="1200" dirty="0"/>
            <a:t> </a:t>
          </a:r>
          <a:r>
            <a:rPr lang="en-US" sz="1500" kern="1200" dirty="0" err="1"/>
            <a:t>penolakan</a:t>
          </a:r>
          <a:r>
            <a:rPr lang="en-US" sz="1500" kern="1200" dirty="0"/>
            <a:t> </a:t>
          </a:r>
          <a:r>
            <a:rPr lang="en-US" sz="1500" kern="1200" dirty="0" err="1"/>
            <a:t>dari</a:t>
          </a:r>
          <a:r>
            <a:rPr lang="en-US" sz="1500" kern="1200" dirty="0"/>
            <a:t> </a:t>
          </a:r>
          <a:r>
            <a:rPr lang="en-US" sz="1500" kern="1200" dirty="0" err="1"/>
            <a:t>teman</a:t>
          </a:r>
          <a:r>
            <a:rPr lang="en-US" sz="1500" kern="1200" dirty="0"/>
            <a:t> </a:t>
          </a:r>
          <a:r>
            <a:rPr lang="en-US" sz="1500" kern="1200" dirty="0" err="1"/>
            <a:t>sebaya</a:t>
          </a:r>
          <a:r>
            <a:rPr lang="en-US" sz="1500" kern="1200" dirty="0"/>
            <a:t>, </a:t>
          </a:r>
          <a:r>
            <a:rPr lang="en-US" sz="1500" kern="1200" dirty="0" err="1"/>
            <a:t>harus</a:t>
          </a:r>
          <a:r>
            <a:rPr lang="en-US" sz="1500" kern="1200" dirty="0"/>
            <a:t> </a:t>
          </a:r>
          <a:r>
            <a:rPr lang="en-US" sz="1500" kern="1200" dirty="0" err="1"/>
            <a:t>ditelaah</a:t>
          </a:r>
          <a:r>
            <a:rPr lang="en-US" sz="1500" kern="1200" dirty="0"/>
            <a:t>; </a:t>
          </a:r>
          <a:r>
            <a:rPr lang="en-US" sz="1500" kern="1200" dirty="0" err="1"/>
            <a:t>dan</a:t>
          </a:r>
          <a:r>
            <a:rPr lang="en-US" sz="1500" kern="1200" dirty="0"/>
            <a:t> (4) </a:t>
          </a:r>
          <a:r>
            <a:rPr lang="en-US" sz="1500" kern="1200" dirty="0" err="1"/>
            <a:t>ada</a:t>
          </a:r>
          <a:r>
            <a:rPr lang="en-US" sz="1500" kern="1200" dirty="0"/>
            <a:t> </a:t>
          </a:r>
          <a:r>
            <a:rPr lang="en-US" sz="1500" kern="1200" dirty="0" err="1"/>
            <a:t>beragam</a:t>
          </a:r>
          <a:r>
            <a:rPr lang="en-US" sz="1500" kern="1200" dirty="0"/>
            <a:t> </a:t>
          </a:r>
          <a:r>
            <a:rPr lang="en-US" sz="1500" kern="1200" dirty="0" err="1"/>
            <a:t>tanda</a:t>
          </a:r>
          <a:r>
            <a:rPr lang="en-US" sz="1500" kern="1200" dirty="0"/>
            <a:t> yang </a:t>
          </a:r>
          <a:r>
            <a:rPr lang="en-US" sz="1500" kern="1200" dirty="0" err="1"/>
            <a:t>sering</a:t>
          </a:r>
          <a:r>
            <a:rPr lang="en-US" sz="1500" kern="1200" dirty="0"/>
            <a:t> kali </a:t>
          </a:r>
          <a:r>
            <a:rPr lang="en-US" sz="1500" kern="1200" dirty="0" err="1"/>
            <a:t>tidak</a:t>
          </a:r>
          <a:r>
            <a:rPr lang="en-US" sz="1500" kern="1200" dirty="0"/>
            <a:t> </a:t>
          </a:r>
          <a:r>
            <a:rPr lang="en-US" sz="1500" kern="1200" dirty="0" err="1"/>
            <a:t>teramati</a:t>
          </a:r>
          <a:r>
            <a:rPr lang="en-US" sz="1500" kern="1200" dirty="0"/>
            <a:t> </a:t>
          </a:r>
          <a:r>
            <a:rPr lang="en-US" sz="1500" kern="1200" dirty="0" err="1"/>
            <a:t>baik</a:t>
          </a:r>
          <a:r>
            <a:rPr lang="en-US" sz="1500" kern="1200" dirty="0"/>
            <a:t> </a:t>
          </a:r>
          <a:r>
            <a:rPr lang="en-US" sz="1500" kern="1200" dirty="0" err="1"/>
            <a:t>pada</a:t>
          </a:r>
          <a:r>
            <a:rPr lang="en-US" sz="1500" kern="1200" dirty="0"/>
            <a:t> normal </a:t>
          </a:r>
          <a:r>
            <a:rPr lang="en-US" sz="1500" kern="1200" dirty="0" err="1"/>
            <a:t>maupun</a:t>
          </a:r>
          <a:r>
            <a:rPr lang="en-US" sz="1500" kern="1200" dirty="0"/>
            <a:t> abnormal.</a:t>
          </a:r>
        </a:p>
      </dsp:txBody>
      <dsp:txXfrm>
        <a:off x="1262832" y="0"/>
        <a:ext cx="6525703" cy="391542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1B9028-D814-4721-B225-4819599596D9}">
      <dsp:nvSpPr>
        <dsp:cNvPr id="0" name=""/>
        <dsp:cNvSpPr/>
      </dsp:nvSpPr>
      <dsp:spPr>
        <a:xfrm>
          <a:off x="1262832" y="0"/>
          <a:ext cx="6525703" cy="391542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Menentukan</a:t>
          </a:r>
          <a:r>
            <a:rPr lang="en-US" sz="2000" kern="1200" dirty="0"/>
            <a:t> </a:t>
          </a:r>
          <a:r>
            <a:rPr lang="en-US" sz="2000" kern="1200" dirty="0" err="1"/>
            <a:t>apakah</a:t>
          </a:r>
          <a:r>
            <a:rPr lang="en-US" sz="2000" kern="1200" dirty="0"/>
            <a:t> </a:t>
          </a:r>
          <a:r>
            <a:rPr lang="en-US" sz="2000" kern="1200" dirty="0" err="1"/>
            <a:t>seorang</a:t>
          </a:r>
          <a:r>
            <a:rPr lang="en-US" sz="2000" kern="1200" dirty="0"/>
            <a:t> </a:t>
          </a:r>
          <a:r>
            <a:rPr lang="en-US" sz="2000" kern="1200" dirty="0" err="1"/>
            <a:t>anak</a:t>
          </a:r>
          <a:r>
            <a:rPr lang="en-US" sz="2000" kern="1200" dirty="0"/>
            <a:t> </a:t>
          </a:r>
          <a:r>
            <a:rPr lang="en-US" sz="2000" kern="1200" dirty="0" err="1"/>
            <a:t>mengalami</a:t>
          </a:r>
          <a:r>
            <a:rPr lang="en-US" sz="2000" kern="1200" dirty="0"/>
            <a:t> </a:t>
          </a:r>
          <a:r>
            <a:rPr lang="en-US" sz="2000" kern="1200" dirty="0" err="1"/>
            <a:t>perkembangan</a:t>
          </a:r>
          <a:r>
            <a:rPr lang="en-US" sz="2000" kern="1200" dirty="0"/>
            <a:t> yang </a:t>
          </a:r>
          <a:r>
            <a:rPr lang="en-US" sz="2000" kern="1200" dirty="0" err="1"/>
            <a:t>bersifat</a:t>
          </a:r>
          <a:r>
            <a:rPr lang="en-US" sz="2000" kern="1200" dirty="0"/>
            <a:t> </a:t>
          </a:r>
          <a:r>
            <a:rPr lang="en-US" sz="2000" kern="1200" dirty="0" err="1"/>
            <a:t>nonnormatif</a:t>
          </a:r>
          <a:r>
            <a:rPr lang="en-US" sz="2000" kern="1200" dirty="0"/>
            <a:t> </a:t>
          </a:r>
          <a:r>
            <a:rPr lang="en-US" sz="2000" kern="1200" dirty="0" err="1"/>
            <a:t>harus</a:t>
          </a:r>
          <a:r>
            <a:rPr lang="en-US" sz="2000" kern="1200" dirty="0"/>
            <a:t> </a:t>
          </a:r>
          <a:r>
            <a:rPr lang="en-US" sz="2000" kern="1200" dirty="0" err="1"/>
            <a:t>dipertimbangkan</a:t>
          </a:r>
          <a:r>
            <a:rPr lang="en-US" sz="2000" kern="1200" dirty="0"/>
            <a:t> </a:t>
          </a:r>
          <a:r>
            <a:rPr lang="en-US" sz="2000" kern="1200" dirty="0" err="1"/>
            <a:t>pola-pola</a:t>
          </a:r>
          <a:r>
            <a:rPr lang="en-US" sz="2000" kern="1200" dirty="0"/>
            <a:t> </a:t>
          </a:r>
          <a:r>
            <a:rPr lang="en-US" sz="2000" kern="1200" dirty="0" err="1"/>
            <a:t>perilaku</a:t>
          </a:r>
          <a:r>
            <a:rPr lang="en-US" sz="2000" kern="1200" dirty="0"/>
            <a:t>, </a:t>
          </a:r>
          <a:r>
            <a:rPr lang="en-US" sz="2000" kern="1200" dirty="0" err="1"/>
            <a:t>kognitif</a:t>
          </a:r>
          <a:r>
            <a:rPr lang="en-US" sz="2000" kern="1200" dirty="0"/>
            <a:t> </a:t>
          </a:r>
          <a:r>
            <a:rPr lang="en-US" sz="2000" kern="1200" dirty="0" err="1"/>
            <a:t>dan</a:t>
          </a:r>
          <a:r>
            <a:rPr lang="en-US" sz="2000" kern="1200" dirty="0"/>
            <a:t> </a:t>
          </a:r>
          <a:r>
            <a:rPr lang="en-US" sz="2000" kern="1200" dirty="0" err="1"/>
            <a:t>sintom</a:t>
          </a:r>
          <a:r>
            <a:rPr lang="en-US" sz="2000" kern="1200" dirty="0"/>
            <a:t> </a:t>
          </a:r>
          <a:r>
            <a:rPr lang="en-US" sz="2000" kern="1200" dirty="0" err="1"/>
            <a:t>fisik</a:t>
          </a:r>
          <a:r>
            <a:rPr lang="en-US" sz="2000" kern="1200" dirty="0"/>
            <a:t> yang </a:t>
          </a:r>
          <a:r>
            <a:rPr lang="en-US" sz="2000" kern="1200" dirty="0" err="1"/>
            <a:t>muncul</a:t>
          </a:r>
          <a:r>
            <a:rPr lang="en-US" sz="2000" kern="1200" dirty="0"/>
            <a:t>. </a:t>
          </a:r>
          <a:r>
            <a:rPr lang="en-US" sz="2000" kern="1200" dirty="0" err="1"/>
            <a:t>Karena</a:t>
          </a:r>
          <a:r>
            <a:rPr lang="en-US" sz="2000" kern="1200" dirty="0"/>
            <a:t> </a:t>
          </a:r>
          <a:r>
            <a:rPr lang="en-US" sz="2000" kern="1200" dirty="0" err="1"/>
            <a:t>anak</a:t>
          </a:r>
          <a:r>
            <a:rPr lang="en-US" sz="2000" kern="1200" dirty="0"/>
            <a:t> </a:t>
          </a:r>
          <a:r>
            <a:rPr lang="en-US" sz="2000" kern="1200" dirty="0" err="1"/>
            <a:t>sangat</a:t>
          </a:r>
          <a:r>
            <a:rPr lang="en-US" sz="2000" kern="1200" dirty="0"/>
            <a:t> </a:t>
          </a:r>
          <a:r>
            <a:rPr lang="en-US" sz="2000" kern="1200" dirty="0" err="1"/>
            <a:t>bergantung</a:t>
          </a:r>
          <a:r>
            <a:rPr lang="en-US" sz="2000" kern="1200" dirty="0"/>
            <a:t> </a:t>
          </a:r>
          <a:r>
            <a:rPr lang="en-US" sz="2000" kern="1200" dirty="0" err="1"/>
            <a:t>pada</a:t>
          </a:r>
          <a:r>
            <a:rPr lang="en-US" sz="2000" kern="1200" dirty="0"/>
            <a:t> orang lain di </a:t>
          </a:r>
          <a:r>
            <a:rPr lang="en-US" sz="2000" kern="1200" dirty="0" err="1"/>
            <a:t>sekitarnya</a:t>
          </a:r>
          <a:r>
            <a:rPr lang="en-US" sz="2000" kern="1200" dirty="0"/>
            <a:t>, </a:t>
          </a:r>
          <a:r>
            <a:rPr lang="en-US" sz="2000" kern="1200" dirty="0" err="1"/>
            <a:t>maka</a:t>
          </a:r>
          <a:r>
            <a:rPr lang="en-US" sz="2000" kern="1200" dirty="0"/>
            <a:t> </a:t>
          </a:r>
          <a:r>
            <a:rPr lang="en-US" sz="2000" kern="1200" dirty="0" err="1"/>
            <a:t>muncullah</a:t>
          </a:r>
          <a:r>
            <a:rPr lang="en-US" sz="2000" kern="1200" dirty="0"/>
            <a:t> </a:t>
          </a:r>
          <a:r>
            <a:rPr lang="en-US" sz="2000" kern="1200" dirty="0" err="1"/>
            <a:t>masalah</a:t>
          </a:r>
          <a:r>
            <a:rPr lang="en-US" sz="2000" kern="1200" dirty="0"/>
            <a:t> </a:t>
          </a:r>
          <a:r>
            <a:rPr lang="en-US" sz="2000" kern="1200" dirty="0" err="1"/>
            <a:t>pada</a:t>
          </a:r>
          <a:r>
            <a:rPr lang="en-US" sz="2000" kern="1200" dirty="0"/>
            <a:t> </a:t>
          </a:r>
          <a:r>
            <a:rPr lang="en-US" sz="2000" kern="1200" dirty="0" err="1"/>
            <a:t>anak</a:t>
          </a:r>
          <a:r>
            <a:rPr lang="en-US" sz="2000" kern="1200" dirty="0"/>
            <a:t> yang </a:t>
          </a:r>
          <a:r>
            <a:rPr lang="en-US" sz="2000" kern="1200" dirty="0" err="1"/>
            <a:t>harus</a:t>
          </a:r>
          <a:r>
            <a:rPr lang="en-US" sz="2000" kern="1200" dirty="0"/>
            <a:t> </a:t>
          </a:r>
          <a:r>
            <a:rPr lang="en-US" sz="2000" kern="1200" dirty="0" err="1"/>
            <a:t>dipertimbangkan</a:t>
          </a:r>
          <a:r>
            <a:rPr lang="en-US" sz="2000" kern="1200" dirty="0"/>
            <a:t> pula </a:t>
          </a:r>
          <a:r>
            <a:rPr lang="en-US" sz="2000" kern="1200" dirty="0" err="1"/>
            <a:t>dalam</a:t>
          </a:r>
          <a:r>
            <a:rPr lang="en-US" sz="2000" kern="1200" dirty="0"/>
            <a:t> </a:t>
          </a:r>
          <a:r>
            <a:rPr lang="en-US" sz="2000" kern="1200" dirty="0" err="1"/>
            <a:t>kautannya</a:t>
          </a:r>
          <a:r>
            <a:rPr lang="en-US" sz="2000" kern="1200" dirty="0"/>
            <a:t> </a:t>
          </a:r>
          <a:r>
            <a:rPr lang="en-US" sz="2000" kern="1200" dirty="0" err="1"/>
            <a:t>dengan</a:t>
          </a:r>
          <a:r>
            <a:rPr lang="en-US" sz="2000" kern="1200" dirty="0"/>
            <a:t> </a:t>
          </a:r>
          <a:r>
            <a:rPr lang="en-US" sz="2000" kern="1200" dirty="0" err="1"/>
            <a:t>interaksi</a:t>
          </a:r>
          <a:r>
            <a:rPr lang="en-US" sz="2000" kern="1200" dirty="0"/>
            <a:t> </a:t>
          </a:r>
          <a:r>
            <a:rPr lang="en-US" sz="2000" kern="1200" dirty="0" err="1"/>
            <a:t>anak</a:t>
          </a:r>
          <a:r>
            <a:rPr lang="en-US" sz="2000" kern="1200" dirty="0"/>
            <a:t> </a:t>
          </a:r>
          <a:r>
            <a:rPr lang="en-US" sz="2000" kern="1200" dirty="0" err="1"/>
            <a:t>dengan</a:t>
          </a:r>
          <a:r>
            <a:rPr lang="en-US" sz="2000" kern="1200" dirty="0"/>
            <a:t> </a:t>
          </a:r>
          <a:r>
            <a:rPr lang="en-US" sz="2000" kern="1200" dirty="0" err="1"/>
            <a:t>lingkungan</a:t>
          </a:r>
          <a:r>
            <a:rPr lang="en-US" sz="2000" kern="1200" dirty="0"/>
            <a:t>. </a:t>
          </a:r>
        </a:p>
      </dsp:txBody>
      <dsp:txXfrm>
        <a:off x="1262832" y="0"/>
        <a:ext cx="6525703" cy="391542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7F9B4F-FD09-478F-9656-06126F4748BC}">
      <dsp:nvSpPr>
        <dsp:cNvPr id="0" name=""/>
        <dsp:cNvSpPr/>
      </dsp:nvSpPr>
      <dsp:spPr>
        <a:xfrm>
          <a:off x="952" y="36082"/>
          <a:ext cx="3716257" cy="222975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 dirty="0">
              <a:solidFill>
                <a:schemeClr val="tx2"/>
              </a:solidFill>
            </a:rPr>
            <a:t>1. </a:t>
          </a:r>
          <a:r>
            <a:rPr lang="en-US" sz="3400" b="1" kern="1200" dirty="0" err="1">
              <a:solidFill>
                <a:schemeClr val="tx2"/>
              </a:solidFill>
            </a:rPr>
            <a:t>Cetak</a:t>
          </a:r>
          <a:r>
            <a:rPr lang="en-US" sz="3400" b="1" kern="1200" dirty="0">
              <a:solidFill>
                <a:schemeClr val="tx2"/>
              </a:solidFill>
            </a:rPr>
            <a:t> </a:t>
          </a:r>
          <a:r>
            <a:rPr lang="en-US" sz="3400" b="1" kern="1200" dirty="0" err="1">
              <a:solidFill>
                <a:schemeClr val="tx2"/>
              </a:solidFill>
            </a:rPr>
            <a:t>biru</a:t>
          </a:r>
          <a:r>
            <a:rPr lang="en-US" sz="3400" b="1" kern="1200" dirty="0">
              <a:solidFill>
                <a:schemeClr val="tx2"/>
              </a:solidFill>
            </a:rPr>
            <a:t> </a:t>
          </a:r>
          <a:r>
            <a:rPr lang="en-US" sz="3400" b="1" kern="1200" dirty="0" err="1">
              <a:solidFill>
                <a:schemeClr val="tx2"/>
              </a:solidFill>
            </a:rPr>
            <a:t>biologis</a:t>
          </a:r>
          <a:r>
            <a:rPr lang="en-US" sz="3400" b="1" kern="1200" dirty="0">
              <a:solidFill>
                <a:schemeClr val="tx2"/>
              </a:solidFill>
            </a:rPr>
            <a:t>  </a:t>
          </a:r>
        </a:p>
      </dsp:txBody>
      <dsp:txXfrm>
        <a:off x="952" y="36082"/>
        <a:ext cx="3716257" cy="2229754"/>
      </dsp:txXfrm>
    </dsp:sp>
    <dsp:sp modelId="{5F4AEBB2-FBD7-45BD-9FAD-0E1FE7D91016}">
      <dsp:nvSpPr>
        <dsp:cNvPr id="0" name=""/>
        <dsp:cNvSpPr/>
      </dsp:nvSpPr>
      <dsp:spPr>
        <a:xfrm>
          <a:off x="4088836" y="36082"/>
          <a:ext cx="3716257" cy="222975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 dirty="0">
              <a:solidFill>
                <a:schemeClr val="tx2"/>
              </a:solidFill>
            </a:rPr>
            <a:t>2. </a:t>
          </a:r>
          <a:r>
            <a:rPr lang="en-US" sz="3400" b="1" kern="1200" dirty="0" err="1">
              <a:solidFill>
                <a:schemeClr val="tx2"/>
              </a:solidFill>
            </a:rPr>
            <a:t>Genetik</a:t>
          </a:r>
          <a:r>
            <a:rPr lang="en-US" sz="3400" b="1" kern="1200" dirty="0">
              <a:solidFill>
                <a:schemeClr val="tx2"/>
              </a:solidFill>
            </a:rPr>
            <a:t> </a:t>
          </a:r>
          <a:r>
            <a:rPr lang="en-US" sz="3400" b="1" kern="1200" dirty="0" err="1">
              <a:solidFill>
                <a:schemeClr val="tx2"/>
              </a:solidFill>
            </a:rPr>
            <a:t>atau</a:t>
          </a:r>
          <a:r>
            <a:rPr lang="en-US" sz="3400" b="1" kern="1200" dirty="0">
              <a:solidFill>
                <a:schemeClr val="tx2"/>
              </a:solidFill>
            </a:rPr>
            <a:t> </a:t>
          </a:r>
          <a:r>
            <a:rPr lang="en-US" sz="3400" b="1" kern="1200" dirty="0" err="1">
              <a:solidFill>
                <a:schemeClr val="tx2"/>
              </a:solidFill>
            </a:rPr>
            <a:t>lingkungan</a:t>
          </a:r>
          <a:endParaRPr lang="en-US" sz="3400" b="1" kern="1200" dirty="0">
            <a:solidFill>
              <a:schemeClr val="tx2"/>
            </a:solidFill>
          </a:endParaRPr>
        </a:p>
      </dsp:txBody>
      <dsp:txXfrm>
        <a:off x="4088836" y="36082"/>
        <a:ext cx="3716257" cy="2229754"/>
      </dsp:txXfrm>
    </dsp:sp>
    <dsp:sp modelId="{DF819FF9-4C08-42AB-B2F8-EBB38EFDED0C}">
      <dsp:nvSpPr>
        <dsp:cNvPr id="0" name=""/>
        <dsp:cNvSpPr/>
      </dsp:nvSpPr>
      <dsp:spPr>
        <a:xfrm>
          <a:off x="2044894" y="2637462"/>
          <a:ext cx="3716257" cy="222975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solidFill>
                <a:schemeClr val="tx2"/>
              </a:solidFill>
            </a:rPr>
            <a:t>3. </a:t>
          </a:r>
          <a:r>
            <a:rPr lang="en-US" sz="3400" kern="1200" dirty="0" err="1">
              <a:solidFill>
                <a:schemeClr val="tx2"/>
              </a:solidFill>
            </a:rPr>
            <a:t>Konteks</a:t>
          </a:r>
          <a:r>
            <a:rPr lang="en-US" sz="3400" kern="1200" dirty="0">
              <a:solidFill>
                <a:schemeClr val="tx2"/>
              </a:solidFill>
            </a:rPr>
            <a:t> </a:t>
          </a:r>
          <a:r>
            <a:rPr lang="en-US" sz="3400" kern="1200" dirty="0" err="1">
              <a:solidFill>
                <a:schemeClr val="tx2"/>
              </a:solidFill>
            </a:rPr>
            <a:t>sosial</a:t>
          </a:r>
          <a:endParaRPr lang="en-US" sz="3400" kern="1200" dirty="0">
            <a:solidFill>
              <a:schemeClr val="tx2"/>
            </a:solidFill>
          </a:endParaRPr>
        </a:p>
      </dsp:txBody>
      <dsp:txXfrm>
        <a:off x="2044894" y="2637462"/>
        <a:ext cx="3716257" cy="222975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239809-0B8F-41A6-A1A2-F15399CCFAFE}">
      <dsp:nvSpPr>
        <dsp:cNvPr id="0" name=""/>
        <dsp:cNvSpPr/>
      </dsp:nvSpPr>
      <dsp:spPr>
        <a:xfrm>
          <a:off x="3015" y="602581"/>
          <a:ext cx="4659539" cy="1863815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>
              <a:solidFill>
                <a:schemeClr val="tx2"/>
              </a:solidFill>
            </a:rPr>
            <a:t>Tidak</a:t>
          </a:r>
          <a:r>
            <a:rPr lang="en-US" sz="1400" b="1" kern="1200" dirty="0">
              <a:solidFill>
                <a:schemeClr val="tx2"/>
              </a:solidFill>
            </a:rPr>
            <a:t> </a:t>
          </a:r>
          <a:r>
            <a:rPr lang="en-US" sz="1400" b="1" kern="1200" dirty="0" err="1">
              <a:solidFill>
                <a:schemeClr val="tx2"/>
              </a:solidFill>
            </a:rPr>
            <a:t>semua</a:t>
          </a:r>
          <a:r>
            <a:rPr lang="en-US" sz="1400" b="1" kern="1200" dirty="0">
              <a:solidFill>
                <a:schemeClr val="tx2"/>
              </a:solidFill>
            </a:rPr>
            <a:t> </a:t>
          </a:r>
          <a:r>
            <a:rPr lang="en-US" sz="1400" b="1" kern="1200" dirty="0" err="1">
              <a:solidFill>
                <a:schemeClr val="tx2"/>
              </a:solidFill>
            </a:rPr>
            <a:t>efek</a:t>
          </a:r>
          <a:r>
            <a:rPr lang="en-US" sz="1400" b="1" kern="1200" dirty="0">
              <a:solidFill>
                <a:schemeClr val="tx2"/>
              </a:solidFill>
            </a:rPr>
            <a:t> genetic </a:t>
          </a:r>
          <a:r>
            <a:rPr lang="en-US" sz="1400" b="1" kern="1200" dirty="0" err="1">
              <a:solidFill>
                <a:schemeClr val="tx2"/>
              </a:solidFill>
            </a:rPr>
            <a:t>muncul</a:t>
          </a:r>
          <a:r>
            <a:rPr lang="en-US" sz="1400" b="1" kern="1200" dirty="0">
              <a:solidFill>
                <a:schemeClr val="tx2"/>
              </a:solidFill>
            </a:rPr>
            <a:t> </a:t>
          </a:r>
          <a:r>
            <a:rPr lang="en-US" sz="1400" b="1" kern="1200" dirty="0" err="1">
              <a:solidFill>
                <a:schemeClr val="tx2"/>
              </a:solidFill>
            </a:rPr>
            <a:t>atau</a:t>
          </a:r>
          <a:r>
            <a:rPr lang="en-US" sz="1400" b="1" kern="1200" dirty="0">
              <a:solidFill>
                <a:schemeClr val="tx2"/>
              </a:solidFill>
            </a:rPr>
            <a:t> </a:t>
          </a:r>
          <a:r>
            <a:rPr lang="en-US" sz="1400" b="1" kern="1200" dirty="0" err="1">
              <a:solidFill>
                <a:schemeClr val="tx2"/>
              </a:solidFill>
            </a:rPr>
            <a:t>terlihat</a:t>
          </a:r>
          <a:r>
            <a:rPr lang="en-US" sz="1400" b="1" kern="1200" dirty="0">
              <a:solidFill>
                <a:schemeClr val="tx2"/>
              </a:solidFill>
            </a:rPr>
            <a:t> </a:t>
          </a:r>
          <a:r>
            <a:rPr lang="en-US" sz="1400" b="1" kern="1200" dirty="0" err="1">
              <a:solidFill>
                <a:schemeClr val="tx2"/>
              </a:solidFill>
            </a:rPr>
            <a:t>saat</a:t>
          </a:r>
          <a:r>
            <a:rPr lang="en-US" sz="1400" b="1" kern="1200" dirty="0">
              <a:solidFill>
                <a:schemeClr val="tx2"/>
              </a:solidFill>
            </a:rPr>
            <a:t> </a:t>
          </a:r>
          <a:r>
            <a:rPr lang="en-US" sz="1400" b="1" kern="1200" dirty="0" err="1">
              <a:solidFill>
                <a:schemeClr val="tx2"/>
              </a:solidFill>
            </a:rPr>
            <a:t>kelahiran</a:t>
          </a:r>
          <a:r>
            <a:rPr lang="en-US" sz="1400" b="1" kern="1200" dirty="0">
              <a:solidFill>
                <a:schemeClr val="tx2"/>
              </a:solidFill>
            </a:rPr>
            <a:t>.</a:t>
          </a:r>
        </a:p>
      </dsp:txBody>
      <dsp:txXfrm>
        <a:off x="934923" y="602581"/>
        <a:ext cx="2795724" cy="1863815"/>
      </dsp:txXfrm>
    </dsp:sp>
    <dsp:sp modelId="{5579FFA3-8F62-49EE-8A65-741D5A5C303B}">
      <dsp:nvSpPr>
        <dsp:cNvPr id="0" name=""/>
        <dsp:cNvSpPr/>
      </dsp:nvSpPr>
      <dsp:spPr>
        <a:xfrm>
          <a:off x="4056815" y="761005"/>
          <a:ext cx="3867417" cy="154696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 err="1">
              <a:solidFill>
                <a:schemeClr val="tx2"/>
              </a:solidFill>
            </a:rPr>
            <a:t>Pengaruh</a:t>
          </a:r>
          <a:r>
            <a:rPr lang="en-US" sz="1600" b="1" kern="1200" dirty="0">
              <a:solidFill>
                <a:schemeClr val="tx2"/>
              </a:solidFill>
            </a:rPr>
            <a:t> genetic </a:t>
          </a:r>
          <a:r>
            <a:rPr lang="en-US" sz="1600" b="1" kern="1200" dirty="0" err="1">
              <a:solidFill>
                <a:schemeClr val="tx2"/>
              </a:solidFill>
            </a:rPr>
            <a:t>terus</a:t>
          </a:r>
          <a:r>
            <a:rPr lang="en-US" sz="1600" b="1" kern="1200" dirty="0">
              <a:solidFill>
                <a:schemeClr val="tx2"/>
              </a:solidFill>
            </a:rPr>
            <a:t> </a:t>
          </a:r>
          <a:r>
            <a:rPr lang="en-US" sz="1600" b="1" kern="1200" dirty="0" err="1">
              <a:solidFill>
                <a:schemeClr val="tx2"/>
              </a:solidFill>
            </a:rPr>
            <a:t>berjalan</a:t>
          </a:r>
          <a:r>
            <a:rPr lang="en-US" sz="1600" b="1" kern="1200" dirty="0">
              <a:solidFill>
                <a:schemeClr val="tx2"/>
              </a:solidFill>
            </a:rPr>
            <a:t> </a:t>
          </a:r>
          <a:r>
            <a:rPr lang="en-US" sz="1600" b="1" kern="1200" dirty="0" err="1">
              <a:solidFill>
                <a:schemeClr val="tx2"/>
              </a:solidFill>
            </a:rPr>
            <a:t>sepanjang</a:t>
          </a:r>
          <a:r>
            <a:rPr lang="en-US" sz="1600" b="1" kern="1200" dirty="0">
              <a:solidFill>
                <a:schemeClr val="tx2"/>
              </a:solidFill>
            </a:rPr>
            <a:t> </a:t>
          </a:r>
          <a:r>
            <a:rPr lang="en-US" sz="1600" b="1" kern="1200" dirty="0" err="1">
              <a:solidFill>
                <a:schemeClr val="tx2"/>
              </a:solidFill>
            </a:rPr>
            <a:t>kehidupan</a:t>
          </a:r>
          <a:endParaRPr lang="en-US" sz="1600" b="1" kern="1200" dirty="0">
            <a:solidFill>
              <a:schemeClr val="tx2"/>
            </a:solidFill>
          </a:endParaRPr>
        </a:p>
      </dsp:txBody>
      <dsp:txXfrm>
        <a:off x="4830299" y="761005"/>
        <a:ext cx="2320450" cy="1546967"/>
      </dsp:txXfrm>
    </dsp:sp>
    <dsp:sp modelId="{74F28DAE-8940-4EEC-838C-E8A358C0A443}">
      <dsp:nvSpPr>
        <dsp:cNvPr id="0" name=""/>
        <dsp:cNvSpPr/>
      </dsp:nvSpPr>
      <dsp:spPr>
        <a:xfrm>
          <a:off x="7382794" y="761005"/>
          <a:ext cx="3867417" cy="154696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tx2"/>
              </a:solidFill>
            </a:rPr>
            <a:t>Orang </a:t>
          </a:r>
          <a:r>
            <a:rPr lang="en-US" sz="1400" b="1" kern="1200" dirty="0" err="1">
              <a:solidFill>
                <a:schemeClr val="tx2"/>
              </a:solidFill>
            </a:rPr>
            <a:t>sering</a:t>
          </a:r>
          <a:r>
            <a:rPr lang="en-US" sz="1400" b="1" kern="1200" dirty="0">
              <a:solidFill>
                <a:schemeClr val="tx2"/>
              </a:solidFill>
            </a:rPr>
            <a:t> </a:t>
          </a:r>
          <a:r>
            <a:rPr lang="en-US" sz="1400" b="1" kern="1200" dirty="0" err="1">
              <a:solidFill>
                <a:schemeClr val="tx2"/>
              </a:solidFill>
            </a:rPr>
            <a:t>tidak</a:t>
          </a:r>
          <a:r>
            <a:rPr lang="en-US" sz="1400" b="1" kern="1200" dirty="0">
              <a:solidFill>
                <a:schemeClr val="tx2"/>
              </a:solidFill>
            </a:rPr>
            <a:t> </a:t>
          </a:r>
          <a:r>
            <a:rPr lang="en-US" sz="1400" b="1" kern="1200" dirty="0" err="1">
              <a:solidFill>
                <a:schemeClr val="tx2"/>
              </a:solidFill>
            </a:rPr>
            <a:t>menyadari</a:t>
          </a:r>
          <a:r>
            <a:rPr lang="en-US" sz="1400" b="1" kern="1200" dirty="0">
              <a:solidFill>
                <a:schemeClr val="tx2"/>
              </a:solidFill>
            </a:rPr>
            <a:t> </a:t>
          </a:r>
          <a:r>
            <a:rPr lang="en-US" sz="1400" b="1" kern="1200" dirty="0" err="1">
              <a:solidFill>
                <a:schemeClr val="tx2"/>
              </a:solidFill>
            </a:rPr>
            <a:t>bahwa</a:t>
          </a:r>
          <a:r>
            <a:rPr lang="en-US" sz="1400" b="1" kern="1200" dirty="0">
              <a:solidFill>
                <a:schemeClr val="tx2"/>
              </a:solidFill>
            </a:rPr>
            <a:t> </a:t>
          </a:r>
          <a:r>
            <a:rPr lang="en-US" sz="1400" b="1" kern="1200" dirty="0" err="1">
              <a:solidFill>
                <a:schemeClr val="tx2"/>
              </a:solidFill>
            </a:rPr>
            <a:t>sebenarnya</a:t>
          </a:r>
          <a:r>
            <a:rPr lang="en-US" sz="1400" b="1" kern="1200" dirty="0">
              <a:solidFill>
                <a:schemeClr val="tx2"/>
              </a:solidFill>
            </a:rPr>
            <a:t> </a:t>
          </a:r>
          <a:r>
            <a:rPr lang="en-US" sz="1400" b="1" kern="1200" dirty="0" err="1">
              <a:solidFill>
                <a:schemeClr val="tx2"/>
              </a:solidFill>
            </a:rPr>
            <a:t>terdapat</a:t>
          </a:r>
          <a:r>
            <a:rPr lang="en-US" sz="1400" b="1" kern="1200" dirty="0">
              <a:solidFill>
                <a:schemeClr val="tx2"/>
              </a:solidFill>
            </a:rPr>
            <a:t> </a:t>
          </a:r>
          <a:r>
            <a:rPr lang="en-US" sz="1400" b="1" kern="1200" dirty="0" err="1">
              <a:solidFill>
                <a:schemeClr val="tx2"/>
              </a:solidFill>
            </a:rPr>
            <a:t>kelainan</a:t>
          </a:r>
          <a:r>
            <a:rPr lang="en-US" sz="1400" b="1" kern="1200" dirty="0">
              <a:solidFill>
                <a:schemeClr val="tx2"/>
              </a:solidFill>
            </a:rPr>
            <a:t> gen </a:t>
          </a:r>
          <a:r>
            <a:rPr lang="en-US" sz="1400" b="1" kern="1200" dirty="0" err="1">
              <a:solidFill>
                <a:schemeClr val="tx2"/>
              </a:solidFill>
            </a:rPr>
            <a:t>dalam</a:t>
          </a:r>
          <a:r>
            <a:rPr lang="en-US" sz="1400" b="1" kern="1200" dirty="0">
              <a:solidFill>
                <a:schemeClr val="tx2"/>
              </a:solidFill>
            </a:rPr>
            <a:t> </a:t>
          </a:r>
          <a:r>
            <a:rPr lang="en-US" sz="1400" b="1" kern="1200" dirty="0" err="1">
              <a:solidFill>
                <a:schemeClr val="tx2"/>
              </a:solidFill>
            </a:rPr>
            <a:t>dirinya</a:t>
          </a:r>
          <a:endParaRPr lang="en-US" sz="1400" b="1" kern="1200" dirty="0">
            <a:solidFill>
              <a:schemeClr val="tx2"/>
            </a:solidFill>
          </a:endParaRPr>
        </a:p>
      </dsp:txBody>
      <dsp:txXfrm>
        <a:off x="8156278" y="761005"/>
        <a:ext cx="2320450" cy="1546967"/>
      </dsp:txXfrm>
    </dsp:sp>
    <dsp:sp modelId="{5600B0B2-9DBB-4DA6-A4FF-A7C98B88D795}">
      <dsp:nvSpPr>
        <dsp:cNvPr id="0" name=""/>
        <dsp:cNvSpPr/>
      </dsp:nvSpPr>
      <dsp:spPr>
        <a:xfrm>
          <a:off x="3015" y="2727331"/>
          <a:ext cx="4659539" cy="1863815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>
              <a:solidFill>
                <a:schemeClr val="tx2"/>
              </a:solidFill>
            </a:rPr>
            <a:t>Kelainan</a:t>
          </a:r>
          <a:r>
            <a:rPr lang="en-US" sz="1400" b="1" kern="1200" dirty="0">
              <a:solidFill>
                <a:schemeClr val="tx2"/>
              </a:solidFill>
            </a:rPr>
            <a:t> genetic </a:t>
          </a:r>
          <a:r>
            <a:rPr lang="en-US" sz="1400" b="1" kern="1200" dirty="0" err="1">
              <a:solidFill>
                <a:schemeClr val="tx2"/>
              </a:solidFill>
            </a:rPr>
            <a:t>lazim</a:t>
          </a:r>
          <a:r>
            <a:rPr lang="en-US" sz="1400" b="1" kern="1200" dirty="0">
              <a:solidFill>
                <a:schemeClr val="tx2"/>
              </a:solidFill>
            </a:rPr>
            <a:t> </a:t>
          </a:r>
          <a:r>
            <a:rPr lang="en-US" sz="1400" b="1" kern="1200" dirty="0" err="1">
              <a:solidFill>
                <a:schemeClr val="tx2"/>
              </a:solidFill>
            </a:rPr>
            <a:t>dikenal</a:t>
          </a:r>
          <a:r>
            <a:rPr lang="en-US" sz="1400" b="1" kern="1200" dirty="0">
              <a:solidFill>
                <a:schemeClr val="tx2"/>
              </a:solidFill>
            </a:rPr>
            <a:t> </a:t>
          </a:r>
          <a:r>
            <a:rPr lang="en-US" sz="1400" b="1" kern="1200" dirty="0" err="1">
              <a:solidFill>
                <a:schemeClr val="tx2"/>
              </a:solidFill>
            </a:rPr>
            <a:t>dengan</a:t>
          </a:r>
          <a:r>
            <a:rPr lang="en-US" sz="1400" b="1" kern="1200" dirty="0">
              <a:solidFill>
                <a:schemeClr val="tx2"/>
              </a:solidFill>
            </a:rPr>
            <a:t> </a:t>
          </a:r>
          <a:r>
            <a:rPr lang="en-US" sz="1400" b="1" kern="1200" dirty="0" err="1">
              <a:solidFill>
                <a:schemeClr val="tx2"/>
              </a:solidFill>
            </a:rPr>
            <a:t>abnormalitas</a:t>
          </a:r>
          <a:r>
            <a:rPr lang="en-US" sz="1400" b="1" kern="1200" dirty="0">
              <a:solidFill>
                <a:schemeClr val="tx2"/>
              </a:solidFill>
            </a:rPr>
            <a:t> gen</a:t>
          </a:r>
        </a:p>
      </dsp:txBody>
      <dsp:txXfrm>
        <a:off x="934923" y="2727331"/>
        <a:ext cx="2795724" cy="1863815"/>
      </dsp:txXfrm>
    </dsp:sp>
    <dsp:sp modelId="{B4661DE0-8F03-486C-8D3A-1D62ABCC0156}">
      <dsp:nvSpPr>
        <dsp:cNvPr id="0" name=""/>
        <dsp:cNvSpPr/>
      </dsp:nvSpPr>
      <dsp:spPr>
        <a:xfrm>
          <a:off x="4056815" y="2885755"/>
          <a:ext cx="3867417" cy="154696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 err="1">
              <a:solidFill>
                <a:schemeClr val="tx2"/>
              </a:solidFill>
            </a:rPr>
            <a:t>Terjadi</a:t>
          </a:r>
          <a:r>
            <a:rPr lang="en-US" sz="1100" b="1" kern="1200" dirty="0">
              <a:solidFill>
                <a:schemeClr val="tx2"/>
              </a:solidFill>
            </a:rPr>
            <a:t> </a:t>
          </a:r>
          <a:r>
            <a:rPr lang="en-US" sz="1100" b="1" kern="1200" dirty="0" err="1">
              <a:solidFill>
                <a:schemeClr val="tx2"/>
              </a:solidFill>
            </a:rPr>
            <a:t>ketika</a:t>
          </a:r>
          <a:r>
            <a:rPr lang="en-US" sz="1100" b="1" kern="1200" dirty="0">
              <a:solidFill>
                <a:schemeClr val="tx2"/>
              </a:solidFill>
            </a:rPr>
            <a:t> </a:t>
          </a:r>
          <a:r>
            <a:rPr lang="en-US" sz="1100" b="1" kern="1200" dirty="0" err="1">
              <a:solidFill>
                <a:schemeClr val="tx2"/>
              </a:solidFill>
            </a:rPr>
            <a:t>kromosom</a:t>
          </a:r>
          <a:r>
            <a:rPr lang="en-US" sz="1100" b="1" kern="1200" dirty="0">
              <a:solidFill>
                <a:schemeClr val="tx2"/>
              </a:solidFill>
            </a:rPr>
            <a:t> </a:t>
          </a:r>
          <a:r>
            <a:rPr lang="en-US" sz="1100" b="1" kern="1200" dirty="0" err="1">
              <a:solidFill>
                <a:schemeClr val="tx2"/>
              </a:solidFill>
            </a:rPr>
            <a:t>tidak</a:t>
          </a:r>
          <a:r>
            <a:rPr lang="en-US" sz="1100" b="1" kern="1200" dirty="0">
              <a:solidFill>
                <a:schemeClr val="tx2"/>
              </a:solidFill>
            </a:rPr>
            <a:t> </a:t>
          </a:r>
          <a:r>
            <a:rPr lang="en-US" sz="1100" b="1" kern="1200" dirty="0" err="1">
              <a:solidFill>
                <a:schemeClr val="tx2"/>
              </a:solidFill>
            </a:rPr>
            <a:t>memiliki</a:t>
          </a:r>
          <a:r>
            <a:rPr lang="en-US" sz="1100" b="1" kern="1200" dirty="0">
              <a:solidFill>
                <a:schemeClr val="tx2"/>
              </a:solidFill>
            </a:rPr>
            <a:t> </a:t>
          </a:r>
          <a:r>
            <a:rPr lang="en-US" sz="1100" b="1" kern="1200" dirty="0" err="1">
              <a:solidFill>
                <a:schemeClr val="tx2"/>
              </a:solidFill>
            </a:rPr>
            <a:t>pasangan</a:t>
          </a:r>
          <a:r>
            <a:rPr lang="en-US" sz="1100" b="1" kern="1200" dirty="0">
              <a:solidFill>
                <a:schemeClr val="tx2"/>
              </a:solidFill>
            </a:rPr>
            <a:t> (</a:t>
          </a:r>
          <a:r>
            <a:rPr lang="en-US" sz="1100" b="1" kern="1200" dirty="0" err="1">
              <a:solidFill>
                <a:schemeClr val="tx2"/>
              </a:solidFill>
            </a:rPr>
            <a:t>tunggal</a:t>
          </a:r>
          <a:r>
            <a:rPr lang="en-US" sz="1100" b="1" kern="1200" dirty="0">
              <a:solidFill>
                <a:schemeClr val="tx2"/>
              </a:solidFill>
            </a:rPr>
            <a:t>) </a:t>
          </a:r>
          <a:r>
            <a:rPr lang="en-US" sz="1100" b="1" kern="1200" dirty="0" err="1">
              <a:solidFill>
                <a:schemeClr val="tx2"/>
              </a:solidFill>
            </a:rPr>
            <a:t>atau</a:t>
          </a:r>
          <a:r>
            <a:rPr lang="en-US" sz="1100" b="1" kern="1200" dirty="0">
              <a:solidFill>
                <a:schemeClr val="tx2"/>
              </a:solidFill>
            </a:rPr>
            <a:t> </a:t>
          </a:r>
          <a:r>
            <a:rPr lang="en-US" sz="1100" b="1" kern="1200" dirty="0" err="1">
              <a:solidFill>
                <a:schemeClr val="tx2"/>
              </a:solidFill>
            </a:rPr>
            <a:t>sebagian</a:t>
          </a:r>
          <a:r>
            <a:rPr lang="en-US" sz="1100" b="1" kern="1200" dirty="0">
              <a:solidFill>
                <a:schemeClr val="tx2"/>
              </a:solidFill>
            </a:rPr>
            <a:t> </a:t>
          </a:r>
          <a:r>
            <a:rPr lang="en-US" sz="1100" b="1" kern="1200" dirty="0" err="1">
              <a:solidFill>
                <a:schemeClr val="tx2"/>
              </a:solidFill>
            </a:rPr>
            <a:t>kromosom</a:t>
          </a:r>
          <a:r>
            <a:rPr lang="en-US" sz="1100" b="1" kern="1200" dirty="0">
              <a:solidFill>
                <a:schemeClr val="tx2"/>
              </a:solidFill>
            </a:rPr>
            <a:t> </a:t>
          </a:r>
          <a:r>
            <a:rPr lang="en-US" sz="1100" b="1" kern="1200" dirty="0" err="1">
              <a:solidFill>
                <a:schemeClr val="tx2"/>
              </a:solidFill>
            </a:rPr>
            <a:t>hilang</a:t>
          </a:r>
          <a:r>
            <a:rPr lang="en-US" sz="1100" b="1" kern="1200" dirty="0">
              <a:solidFill>
                <a:schemeClr val="tx2"/>
              </a:solidFill>
            </a:rPr>
            <a:t>, </a:t>
          </a:r>
          <a:r>
            <a:rPr lang="en-US" sz="1100" b="1" kern="1200" dirty="0" err="1">
              <a:solidFill>
                <a:schemeClr val="tx2"/>
              </a:solidFill>
            </a:rPr>
            <a:t>mengalami</a:t>
          </a:r>
          <a:r>
            <a:rPr lang="en-US" sz="1100" b="1" kern="1200" dirty="0">
              <a:solidFill>
                <a:schemeClr val="tx2"/>
              </a:solidFill>
            </a:rPr>
            <a:t> </a:t>
          </a:r>
          <a:r>
            <a:rPr lang="en-US" sz="1100" b="1" kern="1200" dirty="0" err="1">
              <a:solidFill>
                <a:schemeClr val="tx2"/>
              </a:solidFill>
            </a:rPr>
            <a:t>duplikasi</a:t>
          </a:r>
          <a:r>
            <a:rPr lang="en-US" sz="1100" b="1" kern="1200" dirty="0">
              <a:solidFill>
                <a:schemeClr val="tx2"/>
              </a:solidFill>
            </a:rPr>
            <a:t> (</a:t>
          </a:r>
          <a:r>
            <a:rPr lang="en-US" sz="1100" b="1" kern="1200" dirty="0" err="1">
              <a:solidFill>
                <a:schemeClr val="tx2"/>
              </a:solidFill>
            </a:rPr>
            <a:t>kelipatan</a:t>
          </a:r>
          <a:r>
            <a:rPr lang="en-US" sz="1100" b="1" kern="1200" dirty="0">
              <a:solidFill>
                <a:schemeClr val="tx2"/>
              </a:solidFill>
            </a:rPr>
            <a:t>) </a:t>
          </a:r>
          <a:r>
            <a:rPr lang="en-US" sz="1100" b="1" kern="1200" dirty="0" err="1">
              <a:solidFill>
                <a:schemeClr val="tx2"/>
              </a:solidFill>
            </a:rPr>
            <a:t>atau</a:t>
          </a:r>
          <a:r>
            <a:rPr lang="en-US" sz="1100" b="1" kern="1200" dirty="0">
              <a:solidFill>
                <a:schemeClr val="tx2"/>
              </a:solidFill>
            </a:rPr>
            <a:t> </a:t>
          </a:r>
          <a:r>
            <a:rPr lang="en-US" sz="1100" b="1" kern="1200" dirty="0" err="1">
              <a:solidFill>
                <a:schemeClr val="tx2"/>
              </a:solidFill>
            </a:rPr>
            <a:t>salah</a:t>
          </a:r>
          <a:r>
            <a:rPr lang="en-US" sz="1100" b="1" kern="1200" dirty="0">
              <a:solidFill>
                <a:schemeClr val="tx2"/>
              </a:solidFill>
            </a:rPr>
            <a:t> (</a:t>
          </a:r>
          <a:r>
            <a:rPr lang="en-US" sz="1100" b="1" kern="1200" dirty="0" err="1">
              <a:solidFill>
                <a:schemeClr val="tx2"/>
              </a:solidFill>
            </a:rPr>
            <a:t>keluar</a:t>
          </a:r>
          <a:r>
            <a:rPr lang="en-US" sz="1100" b="1" kern="1200" dirty="0">
              <a:solidFill>
                <a:schemeClr val="tx2"/>
              </a:solidFill>
            </a:rPr>
            <a:t>) </a:t>
          </a:r>
          <a:r>
            <a:rPr lang="en-US" sz="1100" b="1" kern="1200" dirty="0" err="1">
              <a:solidFill>
                <a:schemeClr val="tx2"/>
              </a:solidFill>
            </a:rPr>
            <a:t>dari</a:t>
          </a:r>
          <a:r>
            <a:rPr lang="en-US" sz="1100" b="1" kern="1200" dirty="0">
              <a:solidFill>
                <a:schemeClr val="tx2"/>
              </a:solidFill>
            </a:rPr>
            <a:t> </a:t>
          </a:r>
          <a:r>
            <a:rPr lang="en-US" sz="1100" b="1" kern="1200" dirty="0" err="1">
              <a:solidFill>
                <a:schemeClr val="tx2"/>
              </a:solidFill>
            </a:rPr>
            <a:t>tempatnya</a:t>
          </a:r>
          <a:r>
            <a:rPr lang="en-US" sz="1100" b="1" kern="1200" dirty="0">
              <a:solidFill>
                <a:schemeClr val="tx2"/>
              </a:solidFill>
            </a:rPr>
            <a:t>.</a:t>
          </a:r>
        </a:p>
      </dsp:txBody>
      <dsp:txXfrm>
        <a:off x="4830299" y="2885755"/>
        <a:ext cx="2320450" cy="1546967"/>
      </dsp:txXfrm>
    </dsp:sp>
    <dsp:sp modelId="{5961B0BD-5283-4E53-BBCB-D855B9986AA0}">
      <dsp:nvSpPr>
        <dsp:cNvPr id="0" name=""/>
        <dsp:cNvSpPr/>
      </dsp:nvSpPr>
      <dsp:spPr>
        <a:xfrm>
          <a:off x="7385810" y="2885755"/>
          <a:ext cx="3867417" cy="154696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>
              <a:solidFill>
                <a:schemeClr val="tx2"/>
              </a:solidFill>
            </a:rPr>
            <a:t>Abnormalitas</a:t>
          </a:r>
          <a:r>
            <a:rPr lang="en-US" sz="1400" b="1" kern="1200" dirty="0">
              <a:solidFill>
                <a:schemeClr val="tx2"/>
              </a:solidFill>
            </a:rPr>
            <a:t> yang paling </a:t>
          </a:r>
          <a:r>
            <a:rPr lang="en-US" sz="1400" b="1" kern="1200" dirty="0" err="1">
              <a:solidFill>
                <a:schemeClr val="tx2"/>
              </a:solidFill>
            </a:rPr>
            <a:t>mudah</a:t>
          </a:r>
          <a:r>
            <a:rPr lang="en-US" sz="1400" b="1" kern="1200" dirty="0">
              <a:solidFill>
                <a:schemeClr val="tx2"/>
              </a:solidFill>
            </a:rPr>
            <a:t> </a:t>
          </a:r>
          <a:r>
            <a:rPr lang="en-US" sz="1400" b="1" kern="1200" dirty="0" err="1">
              <a:solidFill>
                <a:schemeClr val="tx2"/>
              </a:solidFill>
            </a:rPr>
            <a:t>dikenali</a:t>
          </a:r>
          <a:r>
            <a:rPr lang="en-US" sz="1400" b="1" kern="1200" dirty="0">
              <a:solidFill>
                <a:schemeClr val="tx2"/>
              </a:solidFill>
            </a:rPr>
            <a:t> </a:t>
          </a:r>
          <a:r>
            <a:rPr lang="en-US" sz="1400" b="1" kern="1200" dirty="0" err="1">
              <a:solidFill>
                <a:schemeClr val="tx2"/>
              </a:solidFill>
            </a:rPr>
            <a:t>adalah</a:t>
          </a:r>
          <a:r>
            <a:rPr lang="en-US" sz="1400" b="1" kern="1200" dirty="0">
              <a:solidFill>
                <a:schemeClr val="tx2"/>
              </a:solidFill>
            </a:rPr>
            <a:t> </a:t>
          </a:r>
          <a:r>
            <a:rPr lang="en-US" sz="1400" b="1" kern="1200" dirty="0" err="1">
              <a:solidFill>
                <a:schemeClr val="tx2"/>
              </a:solidFill>
            </a:rPr>
            <a:t>Sindroma</a:t>
          </a:r>
          <a:r>
            <a:rPr lang="en-US" sz="1400" b="1" kern="1200" dirty="0">
              <a:solidFill>
                <a:schemeClr val="tx2"/>
              </a:solidFill>
            </a:rPr>
            <a:t> Down </a:t>
          </a:r>
          <a:r>
            <a:rPr lang="en-US" sz="1400" b="1" kern="1200" dirty="0" err="1">
              <a:solidFill>
                <a:schemeClr val="tx2"/>
              </a:solidFill>
            </a:rPr>
            <a:t>atau</a:t>
          </a:r>
          <a:r>
            <a:rPr lang="en-US" sz="1400" b="1" kern="1200" dirty="0">
              <a:solidFill>
                <a:schemeClr val="tx2"/>
              </a:solidFill>
            </a:rPr>
            <a:t> Down’s </a:t>
          </a:r>
          <a:r>
            <a:rPr lang="en-US" sz="1400" b="1" kern="1200" dirty="0" err="1">
              <a:solidFill>
                <a:schemeClr val="tx2"/>
              </a:solidFill>
            </a:rPr>
            <a:t>Syndrom</a:t>
          </a:r>
          <a:r>
            <a:rPr lang="en-US" sz="1400" b="1" kern="1200" dirty="0">
              <a:solidFill>
                <a:schemeClr val="tx2"/>
              </a:solidFill>
            </a:rPr>
            <a:t>.</a:t>
          </a:r>
        </a:p>
      </dsp:txBody>
      <dsp:txXfrm>
        <a:off x="8159294" y="2885755"/>
        <a:ext cx="2320450" cy="154696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9F7876-CCF1-44C7-B281-74126CCBE75D}">
      <dsp:nvSpPr>
        <dsp:cNvPr id="0" name=""/>
        <dsp:cNvSpPr/>
      </dsp:nvSpPr>
      <dsp:spPr>
        <a:xfrm rot="1078674">
          <a:off x="3360360" y="3932457"/>
          <a:ext cx="2622909" cy="67324"/>
        </a:xfrm>
        <a:custGeom>
          <a:avLst/>
          <a:gdLst/>
          <a:ahLst/>
          <a:cxnLst/>
          <a:rect l="0" t="0" r="0" b="0"/>
          <a:pathLst>
            <a:path>
              <a:moveTo>
                <a:pt x="0" y="33662"/>
              </a:moveTo>
              <a:lnTo>
                <a:pt x="2622909" y="33662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2B679C-9970-496B-AC0F-BE846DC8617A}">
      <dsp:nvSpPr>
        <dsp:cNvPr id="0" name=""/>
        <dsp:cNvSpPr/>
      </dsp:nvSpPr>
      <dsp:spPr>
        <a:xfrm rot="19833382">
          <a:off x="3346029" y="2015655"/>
          <a:ext cx="1213419" cy="67324"/>
        </a:xfrm>
        <a:custGeom>
          <a:avLst/>
          <a:gdLst/>
          <a:ahLst/>
          <a:cxnLst/>
          <a:rect l="0" t="0" r="0" b="0"/>
          <a:pathLst>
            <a:path>
              <a:moveTo>
                <a:pt x="0" y="33662"/>
              </a:moveTo>
              <a:lnTo>
                <a:pt x="1213419" y="33662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3DE8AB-97EA-48DC-A51E-6FB5D41B4944}">
      <dsp:nvSpPr>
        <dsp:cNvPr id="0" name=""/>
        <dsp:cNvSpPr/>
      </dsp:nvSpPr>
      <dsp:spPr>
        <a:xfrm>
          <a:off x="0" y="1031818"/>
          <a:ext cx="3901095" cy="3901095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A18B187-2724-4FA8-9879-81D709A44F54}">
      <dsp:nvSpPr>
        <dsp:cNvPr id="0" name=""/>
        <dsp:cNvSpPr/>
      </dsp:nvSpPr>
      <dsp:spPr>
        <a:xfrm>
          <a:off x="4302330" y="191588"/>
          <a:ext cx="2287524" cy="2029537"/>
        </a:xfrm>
        <a:prstGeom prst="ellipse">
          <a:avLst/>
        </a:prstGeom>
        <a:gradFill rotWithShape="0">
          <a:gsLst>
            <a:gs pos="0">
              <a:schemeClr val="accent5">
                <a:hueOff val="8576763"/>
                <a:satOff val="-12300"/>
                <a:lumOff val="607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8576763"/>
                <a:satOff val="-12300"/>
                <a:lumOff val="607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8576763"/>
                <a:satOff val="-12300"/>
                <a:lumOff val="607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2"/>
              </a:solidFill>
            </a:rPr>
            <a:t>a. </a:t>
          </a:r>
          <a:r>
            <a:rPr lang="en-US" sz="1800" kern="1200" dirty="0" err="1">
              <a:solidFill>
                <a:schemeClr val="tx2"/>
              </a:solidFill>
            </a:rPr>
            <a:t>Perbedaan</a:t>
          </a:r>
          <a:r>
            <a:rPr lang="en-US" sz="1800" kern="1200" dirty="0">
              <a:solidFill>
                <a:schemeClr val="tx2"/>
              </a:solidFill>
            </a:rPr>
            <a:t> gender</a:t>
          </a:r>
        </a:p>
      </dsp:txBody>
      <dsp:txXfrm>
        <a:off x="4637330" y="488807"/>
        <a:ext cx="1617524" cy="1435099"/>
      </dsp:txXfrm>
    </dsp:sp>
    <dsp:sp modelId="{712C0130-AF9E-413F-8726-88ABC40C2C0E}">
      <dsp:nvSpPr>
        <dsp:cNvPr id="0" name=""/>
        <dsp:cNvSpPr/>
      </dsp:nvSpPr>
      <dsp:spPr>
        <a:xfrm>
          <a:off x="5853811" y="3751141"/>
          <a:ext cx="2138097" cy="1890853"/>
        </a:xfrm>
        <a:prstGeom prst="ellipse">
          <a:avLst/>
        </a:prstGeom>
        <a:gradFill rotWithShape="0">
          <a:gsLst>
            <a:gs pos="0">
              <a:schemeClr val="accent5">
                <a:hueOff val="17153525"/>
                <a:satOff val="-24599"/>
                <a:lumOff val="1215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17153525"/>
                <a:satOff val="-24599"/>
                <a:lumOff val="1215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17153525"/>
                <a:satOff val="-24599"/>
                <a:lumOff val="1215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2"/>
              </a:solidFill>
            </a:rPr>
            <a:t>b. </a:t>
          </a:r>
          <a:r>
            <a:rPr lang="en-US" sz="1800" kern="1200" dirty="0" err="1">
              <a:solidFill>
                <a:schemeClr val="tx2"/>
              </a:solidFill>
            </a:rPr>
            <a:t>Intelegensi</a:t>
          </a:r>
          <a:endParaRPr lang="en-US" sz="1800" kern="1200" dirty="0">
            <a:solidFill>
              <a:schemeClr val="tx2"/>
            </a:solidFill>
          </a:endParaRPr>
        </a:p>
      </dsp:txBody>
      <dsp:txXfrm>
        <a:off x="6166928" y="4028050"/>
        <a:ext cx="1511863" cy="133703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CE780C-CDF8-4F69-AC2E-88539B6CD04F}">
      <dsp:nvSpPr>
        <dsp:cNvPr id="0" name=""/>
        <dsp:cNvSpPr/>
      </dsp:nvSpPr>
      <dsp:spPr>
        <a:xfrm>
          <a:off x="0" y="764188"/>
          <a:ext cx="3282263" cy="19693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2"/>
              </a:solidFill>
            </a:rPr>
            <a:t>a. </a:t>
          </a:r>
          <a:r>
            <a:rPr lang="en-US" sz="1600" kern="1200" dirty="0" err="1">
              <a:solidFill>
                <a:schemeClr val="tx2"/>
              </a:solidFill>
            </a:rPr>
            <a:t>Keluarga</a:t>
          </a:r>
          <a:r>
            <a:rPr lang="en-US" sz="1600" kern="1200" dirty="0">
              <a:solidFill>
                <a:schemeClr val="tx2"/>
              </a:solidFill>
            </a:rPr>
            <a:t>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2"/>
              </a:solidFill>
            </a:rPr>
            <a:t>1) </a:t>
          </a:r>
          <a:r>
            <a:rPr lang="en-US" sz="1600" kern="1200" dirty="0" err="1">
              <a:solidFill>
                <a:schemeClr val="tx2"/>
              </a:solidFill>
            </a:rPr>
            <a:t>Pengaruh</a:t>
          </a:r>
          <a:r>
            <a:rPr lang="en-US" sz="1600" kern="1200" dirty="0">
              <a:solidFill>
                <a:schemeClr val="tx2"/>
              </a:solidFill>
            </a:rPr>
            <a:t> yang </a:t>
          </a:r>
          <a:r>
            <a:rPr lang="en-US" sz="1600" kern="1200" dirty="0" err="1">
              <a:solidFill>
                <a:schemeClr val="tx2"/>
              </a:solidFill>
            </a:rPr>
            <a:t>bersifat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langsung</a:t>
          </a:r>
          <a:endParaRPr lang="en-US" sz="1600" kern="1200" dirty="0">
            <a:solidFill>
              <a:schemeClr val="tx2"/>
            </a:solidFill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2"/>
              </a:solidFill>
            </a:rPr>
            <a:t>2) </a:t>
          </a:r>
          <a:r>
            <a:rPr lang="en-US" sz="1600" kern="1200" dirty="0" err="1">
              <a:solidFill>
                <a:schemeClr val="tx2"/>
              </a:solidFill>
            </a:rPr>
            <a:t>Pengaruh</a:t>
          </a:r>
          <a:r>
            <a:rPr lang="en-US" sz="1600" kern="1200" dirty="0">
              <a:solidFill>
                <a:schemeClr val="tx2"/>
              </a:solidFill>
            </a:rPr>
            <a:t> yang </a:t>
          </a:r>
          <a:r>
            <a:rPr lang="en-US" sz="1600" kern="1200" dirty="0" err="1">
              <a:solidFill>
                <a:schemeClr val="tx2"/>
              </a:solidFill>
            </a:rPr>
            <a:t>bersifat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tidak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langsung</a:t>
          </a:r>
          <a:endParaRPr lang="en-US" sz="1600" kern="1200" dirty="0">
            <a:solidFill>
              <a:schemeClr val="tx2"/>
            </a:solidFill>
          </a:endParaRPr>
        </a:p>
      </dsp:txBody>
      <dsp:txXfrm>
        <a:off x="0" y="764188"/>
        <a:ext cx="3282263" cy="1969357"/>
      </dsp:txXfrm>
    </dsp:sp>
    <dsp:sp modelId="{54793C80-9A94-4F2C-9618-10AC34D20EF6}">
      <dsp:nvSpPr>
        <dsp:cNvPr id="0" name=""/>
        <dsp:cNvSpPr/>
      </dsp:nvSpPr>
      <dsp:spPr>
        <a:xfrm>
          <a:off x="3610489" y="764188"/>
          <a:ext cx="3282263" cy="196935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2"/>
              </a:solidFill>
            </a:rPr>
            <a:t>b. Status </a:t>
          </a:r>
          <a:r>
            <a:rPr lang="en-US" sz="1600" kern="1200" dirty="0" err="1">
              <a:solidFill>
                <a:schemeClr val="tx2"/>
              </a:solidFill>
            </a:rPr>
            <a:t>sosial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ekonomi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dan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fungsi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keluarga</a:t>
          </a:r>
          <a:endParaRPr lang="en-US" sz="1600" kern="1200" dirty="0">
            <a:solidFill>
              <a:schemeClr val="tx2"/>
            </a:solidFill>
          </a:endParaRPr>
        </a:p>
      </dsp:txBody>
      <dsp:txXfrm>
        <a:off x="3610489" y="764188"/>
        <a:ext cx="3282263" cy="1969357"/>
      </dsp:txXfrm>
    </dsp:sp>
    <dsp:sp modelId="{F6F57739-D3B2-4E71-B6CF-EDEC900C39BD}">
      <dsp:nvSpPr>
        <dsp:cNvPr id="0" name=""/>
        <dsp:cNvSpPr/>
      </dsp:nvSpPr>
      <dsp:spPr>
        <a:xfrm>
          <a:off x="7220978" y="764188"/>
          <a:ext cx="3282263" cy="19693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2"/>
              </a:solidFill>
            </a:rPr>
            <a:t>c. </a:t>
          </a:r>
          <a:r>
            <a:rPr lang="en-US" sz="1600" kern="1200" dirty="0" err="1">
              <a:solidFill>
                <a:schemeClr val="tx2"/>
              </a:solidFill>
            </a:rPr>
            <a:t>Kemiskinan</a:t>
          </a:r>
          <a:r>
            <a:rPr lang="en-US" sz="1600" kern="1200" dirty="0">
              <a:solidFill>
                <a:schemeClr val="tx2"/>
              </a:solidFill>
            </a:rPr>
            <a:t> </a:t>
          </a:r>
        </a:p>
      </dsp:txBody>
      <dsp:txXfrm>
        <a:off x="7220978" y="764188"/>
        <a:ext cx="3282263" cy="1969357"/>
      </dsp:txXfrm>
    </dsp:sp>
    <dsp:sp modelId="{4F23820D-A041-48A3-8D7C-CADC877AEBE9}">
      <dsp:nvSpPr>
        <dsp:cNvPr id="0" name=""/>
        <dsp:cNvSpPr/>
      </dsp:nvSpPr>
      <dsp:spPr>
        <a:xfrm>
          <a:off x="1805244" y="3061772"/>
          <a:ext cx="3282263" cy="196935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2"/>
              </a:solidFill>
            </a:rPr>
            <a:t>d. </a:t>
          </a:r>
          <a:r>
            <a:rPr lang="en-US" sz="1600" kern="1200" dirty="0" err="1">
              <a:solidFill>
                <a:schemeClr val="tx2"/>
              </a:solidFill>
            </a:rPr>
            <a:t>Perbedaan</a:t>
          </a:r>
          <a:r>
            <a:rPr lang="en-US" sz="1600" kern="1200" dirty="0">
              <a:solidFill>
                <a:schemeClr val="tx2"/>
              </a:solidFill>
            </a:rPr>
            <a:t> </a:t>
          </a:r>
          <a:r>
            <a:rPr lang="en-US" sz="1600" kern="1200" dirty="0" err="1">
              <a:solidFill>
                <a:schemeClr val="tx2"/>
              </a:solidFill>
            </a:rPr>
            <a:t>budaya</a:t>
          </a:r>
          <a:r>
            <a:rPr lang="en-US" sz="1600" kern="1200" dirty="0">
              <a:solidFill>
                <a:schemeClr val="tx2"/>
              </a:solidFill>
            </a:rPr>
            <a:t> </a:t>
          </a:r>
        </a:p>
      </dsp:txBody>
      <dsp:txXfrm>
        <a:off x="1805244" y="3061772"/>
        <a:ext cx="3282263" cy="1969357"/>
      </dsp:txXfrm>
    </dsp:sp>
    <dsp:sp modelId="{381AA9F7-CCDC-4F73-AD0B-BCDF427DA364}">
      <dsp:nvSpPr>
        <dsp:cNvPr id="0" name=""/>
        <dsp:cNvSpPr/>
      </dsp:nvSpPr>
      <dsp:spPr>
        <a:xfrm>
          <a:off x="5415734" y="3061772"/>
          <a:ext cx="3282263" cy="1969357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2"/>
              </a:solidFill>
            </a:rPr>
            <a:t>e. </a:t>
          </a:r>
          <a:r>
            <a:rPr lang="en-US" sz="1600" kern="1200" dirty="0" err="1">
              <a:solidFill>
                <a:schemeClr val="tx2"/>
              </a:solidFill>
            </a:rPr>
            <a:t>Ketangguhan</a:t>
          </a:r>
          <a:r>
            <a:rPr lang="en-US" sz="1600" kern="1200" dirty="0">
              <a:solidFill>
                <a:schemeClr val="tx2"/>
              </a:solidFill>
            </a:rPr>
            <a:t> </a:t>
          </a:r>
        </a:p>
      </dsp:txBody>
      <dsp:txXfrm>
        <a:off x="5415734" y="3061772"/>
        <a:ext cx="3282263" cy="196935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0D71F6-7E3C-4643-82CB-EACB2A119608}">
      <dsp:nvSpPr>
        <dsp:cNvPr id="0" name=""/>
        <dsp:cNvSpPr/>
      </dsp:nvSpPr>
      <dsp:spPr>
        <a:xfrm>
          <a:off x="3387963" y="968"/>
          <a:ext cx="2664380" cy="120505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chemeClr val="tx2"/>
              </a:solidFill>
            </a:rPr>
            <a:t>1. Karakteristik pribadi</a:t>
          </a:r>
          <a:endParaRPr lang="en-US" sz="1900" kern="1200" dirty="0">
            <a:solidFill>
              <a:schemeClr val="tx2"/>
            </a:solidFill>
          </a:endParaRPr>
        </a:p>
      </dsp:txBody>
      <dsp:txXfrm>
        <a:off x="3387963" y="968"/>
        <a:ext cx="2664380" cy="1205056"/>
      </dsp:txXfrm>
    </dsp:sp>
    <dsp:sp modelId="{4A95E9F7-8BB0-4CC7-B258-649178C31F10}">
      <dsp:nvSpPr>
        <dsp:cNvPr id="0" name=""/>
        <dsp:cNvSpPr/>
      </dsp:nvSpPr>
      <dsp:spPr>
        <a:xfrm>
          <a:off x="2075656" y="968"/>
          <a:ext cx="1193006" cy="120505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30E4F28-2A6F-4101-8134-820150481D60}">
      <dsp:nvSpPr>
        <dsp:cNvPr id="0" name=""/>
        <dsp:cNvSpPr/>
      </dsp:nvSpPr>
      <dsp:spPr>
        <a:xfrm>
          <a:off x="2075656" y="1404859"/>
          <a:ext cx="2664380" cy="1205056"/>
        </a:xfrm>
        <a:prstGeom prst="rect">
          <a:avLst/>
        </a:prstGeom>
        <a:gradFill rotWithShape="0">
          <a:gsLst>
            <a:gs pos="0">
              <a:schemeClr val="accent5">
                <a:hueOff val="5717842"/>
                <a:satOff val="-8200"/>
                <a:lumOff val="40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5717842"/>
                <a:satOff val="-8200"/>
                <a:lumOff val="40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5717842"/>
                <a:satOff val="-8200"/>
                <a:lumOff val="40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chemeClr val="tx2"/>
              </a:solidFill>
            </a:rPr>
            <a:t>2. Pengasuhan yang penuh kehangatan</a:t>
          </a:r>
          <a:endParaRPr lang="en-US" sz="1900" kern="1200" dirty="0">
            <a:solidFill>
              <a:schemeClr val="tx2"/>
            </a:solidFill>
          </a:endParaRPr>
        </a:p>
      </dsp:txBody>
      <dsp:txXfrm>
        <a:off x="2075656" y="1404859"/>
        <a:ext cx="2664380" cy="1205056"/>
      </dsp:txXfrm>
    </dsp:sp>
    <dsp:sp modelId="{2DDAED8A-1691-40D6-8FF5-AF9319382F5D}">
      <dsp:nvSpPr>
        <dsp:cNvPr id="0" name=""/>
        <dsp:cNvSpPr/>
      </dsp:nvSpPr>
      <dsp:spPr>
        <a:xfrm>
          <a:off x="4859337" y="1404859"/>
          <a:ext cx="1193006" cy="1205056"/>
        </a:xfrm>
        <a:prstGeom prst="rect">
          <a:avLst/>
        </a:prstGeom>
        <a:gradFill rotWithShape="0">
          <a:gsLst>
            <a:gs pos="0">
              <a:schemeClr val="accent5">
                <a:hueOff val="5717842"/>
                <a:satOff val="-8200"/>
                <a:lumOff val="40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5717842"/>
                <a:satOff val="-8200"/>
                <a:lumOff val="40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5717842"/>
                <a:satOff val="-8200"/>
                <a:lumOff val="40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57069DF-F37F-4F33-830C-6DE86F4EEDC5}">
      <dsp:nvSpPr>
        <dsp:cNvPr id="0" name=""/>
        <dsp:cNvSpPr/>
      </dsp:nvSpPr>
      <dsp:spPr>
        <a:xfrm>
          <a:off x="3387963" y="2808750"/>
          <a:ext cx="2664380" cy="1205056"/>
        </a:xfrm>
        <a:prstGeom prst="rect">
          <a:avLst/>
        </a:prstGeom>
        <a:gradFill rotWithShape="0">
          <a:gsLst>
            <a:gs pos="0">
              <a:schemeClr val="accent5">
                <a:hueOff val="11435684"/>
                <a:satOff val="-16399"/>
                <a:lumOff val="81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11435684"/>
                <a:satOff val="-16399"/>
                <a:lumOff val="81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11435684"/>
                <a:satOff val="-16399"/>
                <a:lumOff val="81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chemeClr val="tx2"/>
              </a:solidFill>
            </a:rPr>
            <a:t>3. Dukungan sosial diluar keluarga inti</a:t>
          </a:r>
          <a:endParaRPr lang="en-US" sz="1900" kern="1200" dirty="0">
            <a:solidFill>
              <a:schemeClr val="tx2"/>
            </a:solidFill>
          </a:endParaRPr>
        </a:p>
      </dsp:txBody>
      <dsp:txXfrm>
        <a:off x="3387963" y="2808750"/>
        <a:ext cx="2664380" cy="1205056"/>
      </dsp:txXfrm>
    </dsp:sp>
    <dsp:sp modelId="{6FA1CED5-1AB2-44E4-A3EB-1B5CA32BC50D}">
      <dsp:nvSpPr>
        <dsp:cNvPr id="0" name=""/>
        <dsp:cNvSpPr/>
      </dsp:nvSpPr>
      <dsp:spPr>
        <a:xfrm>
          <a:off x="2075656" y="2808750"/>
          <a:ext cx="1193006" cy="1205056"/>
        </a:xfrm>
        <a:prstGeom prst="rect">
          <a:avLst/>
        </a:prstGeom>
        <a:gradFill rotWithShape="0">
          <a:gsLst>
            <a:gs pos="0">
              <a:schemeClr val="accent5">
                <a:hueOff val="11435684"/>
                <a:satOff val="-16399"/>
                <a:lumOff val="81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11435684"/>
                <a:satOff val="-16399"/>
                <a:lumOff val="81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11435684"/>
                <a:satOff val="-16399"/>
                <a:lumOff val="81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F068971-DC68-4829-AE3F-44ED352950DE}">
      <dsp:nvSpPr>
        <dsp:cNvPr id="0" name=""/>
        <dsp:cNvSpPr/>
      </dsp:nvSpPr>
      <dsp:spPr>
        <a:xfrm>
          <a:off x="2075656" y="4212641"/>
          <a:ext cx="2664380" cy="1205056"/>
        </a:xfrm>
        <a:prstGeom prst="rect">
          <a:avLst/>
        </a:prstGeom>
        <a:gradFill rotWithShape="0">
          <a:gsLst>
            <a:gs pos="0">
              <a:schemeClr val="accent5">
                <a:hueOff val="17153525"/>
                <a:satOff val="-24599"/>
                <a:lumOff val="1215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17153525"/>
                <a:satOff val="-24599"/>
                <a:lumOff val="1215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17153525"/>
                <a:satOff val="-24599"/>
                <a:lumOff val="1215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tx2"/>
              </a:solidFill>
            </a:rPr>
            <a:t>4. </a:t>
          </a:r>
          <a:r>
            <a:rPr lang="en-US" sz="1900" kern="1200" dirty="0" err="1">
              <a:solidFill>
                <a:schemeClr val="tx2"/>
              </a:solidFill>
            </a:rPr>
            <a:t>Masyarakat</a:t>
          </a:r>
          <a:r>
            <a:rPr lang="en-US" sz="1900" kern="1200" dirty="0">
              <a:solidFill>
                <a:schemeClr val="tx2"/>
              </a:solidFill>
            </a:rPr>
            <a:t> yang </a:t>
          </a:r>
          <a:r>
            <a:rPr lang="en-US" sz="1900" kern="1200" dirty="0" err="1">
              <a:solidFill>
                <a:schemeClr val="tx2"/>
              </a:solidFill>
            </a:rPr>
            <a:t>peduli</a:t>
          </a:r>
          <a:endParaRPr lang="en-US" sz="1900" kern="1200" dirty="0">
            <a:solidFill>
              <a:schemeClr val="tx2"/>
            </a:solidFill>
          </a:endParaRPr>
        </a:p>
      </dsp:txBody>
      <dsp:txXfrm>
        <a:off x="2075656" y="4212641"/>
        <a:ext cx="2664380" cy="1205056"/>
      </dsp:txXfrm>
    </dsp:sp>
    <dsp:sp modelId="{474A11BC-B68B-4E5C-996F-9D80C1EA9A65}">
      <dsp:nvSpPr>
        <dsp:cNvPr id="0" name=""/>
        <dsp:cNvSpPr/>
      </dsp:nvSpPr>
      <dsp:spPr>
        <a:xfrm>
          <a:off x="4859337" y="4212641"/>
          <a:ext cx="1193006" cy="1205056"/>
        </a:xfrm>
        <a:prstGeom prst="rect">
          <a:avLst/>
        </a:prstGeom>
        <a:gradFill rotWithShape="0">
          <a:gsLst>
            <a:gs pos="0">
              <a:schemeClr val="accent5">
                <a:hueOff val="17153525"/>
                <a:satOff val="-24599"/>
                <a:lumOff val="1215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17153525"/>
                <a:satOff val="-24599"/>
                <a:lumOff val="1215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17153525"/>
                <a:satOff val="-24599"/>
                <a:lumOff val="1215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AF32E7-57FF-4AEE-B961-B532DF0B3966}">
      <dsp:nvSpPr>
        <dsp:cNvPr id="0" name=""/>
        <dsp:cNvSpPr/>
      </dsp:nvSpPr>
      <dsp:spPr>
        <a:xfrm rot="10800000">
          <a:off x="1911514" y="5209"/>
          <a:ext cx="6045223" cy="1555382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81" tIns="179070" rIns="334264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>
              <a:solidFill>
                <a:schemeClr val="tx2"/>
              </a:solidFill>
            </a:rPr>
            <a:t>1. Wawancara </a:t>
          </a:r>
          <a:endParaRPr lang="en-US" sz="4700" kern="1200" dirty="0">
            <a:solidFill>
              <a:schemeClr val="tx2"/>
            </a:solidFill>
          </a:endParaRPr>
        </a:p>
      </dsp:txBody>
      <dsp:txXfrm rot="10800000">
        <a:off x="2300359" y="5209"/>
        <a:ext cx="5656378" cy="1555382"/>
      </dsp:txXfrm>
    </dsp:sp>
    <dsp:sp modelId="{52455520-95AC-4D57-9329-36B9CA2EBBDC}">
      <dsp:nvSpPr>
        <dsp:cNvPr id="0" name=""/>
        <dsp:cNvSpPr/>
      </dsp:nvSpPr>
      <dsp:spPr>
        <a:xfrm>
          <a:off x="1133823" y="5209"/>
          <a:ext cx="1555382" cy="1555382"/>
        </a:xfrm>
        <a:prstGeom prst="ellipse">
          <a:avLst/>
        </a:prstGeom>
        <a:gradFill rotWithShape="0">
          <a:gsLst>
            <a:gs pos="0">
              <a:schemeClr val="accent2">
                <a:tint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E5DC9D30-56AB-488F-9287-125B3550AC0B}">
      <dsp:nvSpPr>
        <dsp:cNvPr id="0" name=""/>
        <dsp:cNvSpPr/>
      </dsp:nvSpPr>
      <dsp:spPr>
        <a:xfrm rot="10800000">
          <a:off x="1911514" y="2024885"/>
          <a:ext cx="6045223" cy="1555382"/>
        </a:xfrm>
        <a:prstGeom prst="homePlate">
          <a:avLst/>
        </a:prstGeom>
        <a:gradFill rotWithShape="0">
          <a:gsLst>
            <a:gs pos="0">
              <a:schemeClr val="accent2">
                <a:hueOff val="-3536126"/>
                <a:satOff val="-5387"/>
                <a:lumOff val="-148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536126"/>
                <a:satOff val="-5387"/>
                <a:lumOff val="-148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536126"/>
                <a:satOff val="-5387"/>
                <a:lumOff val="-148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81" tIns="179070" rIns="334264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>
              <a:solidFill>
                <a:schemeClr val="tx2"/>
              </a:solidFill>
            </a:rPr>
            <a:t>2. Kuisioner </a:t>
          </a:r>
          <a:endParaRPr lang="en-US" sz="4700" kern="1200" dirty="0">
            <a:solidFill>
              <a:schemeClr val="tx2"/>
            </a:solidFill>
          </a:endParaRPr>
        </a:p>
      </dsp:txBody>
      <dsp:txXfrm rot="10800000">
        <a:off x="2300359" y="2024885"/>
        <a:ext cx="5656378" cy="1555382"/>
      </dsp:txXfrm>
    </dsp:sp>
    <dsp:sp modelId="{F5725AA6-3E73-47E0-B446-3CEF75517F65}">
      <dsp:nvSpPr>
        <dsp:cNvPr id="0" name=""/>
        <dsp:cNvSpPr/>
      </dsp:nvSpPr>
      <dsp:spPr>
        <a:xfrm>
          <a:off x="1133823" y="2024885"/>
          <a:ext cx="1555382" cy="1555382"/>
        </a:xfrm>
        <a:prstGeom prst="ellipse">
          <a:avLst/>
        </a:prstGeom>
        <a:gradFill rotWithShape="0">
          <a:gsLst>
            <a:gs pos="0">
              <a:schemeClr val="accent2">
                <a:tint val="50000"/>
                <a:hueOff val="-3323684"/>
                <a:satOff val="-17559"/>
                <a:lumOff val="-396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50000"/>
                <a:hueOff val="-3323684"/>
                <a:satOff val="-17559"/>
                <a:lumOff val="-396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50000"/>
                <a:hueOff val="-3323684"/>
                <a:satOff val="-17559"/>
                <a:lumOff val="-396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E55FAEA5-BDFF-46E5-8720-2196C227BAB6}">
      <dsp:nvSpPr>
        <dsp:cNvPr id="0" name=""/>
        <dsp:cNvSpPr/>
      </dsp:nvSpPr>
      <dsp:spPr>
        <a:xfrm rot="10800000">
          <a:off x="1911514" y="4044561"/>
          <a:ext cx="6045223" cy="1555382"/>
        </a:xfrm>
        <a:prstGeom prst="homePlate">
          <a:avLst/>
        </a:prstGeom>
        <a:gradFill rotWithShape="0">
          <a:gsLst>
            <a:gs pos="0">
              <a:schemeClr val="accent2">
                <a:hueOff val="-7072252"/>
                <a:satOff val="-10775"/>
                <a:lumOff val="-2960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072252"/>
                <a:satOff val="-10775"/>
                <a:lumOff val="-2960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072252"/>
                <a:satOff val="-10775"/>
                <a:lumOff val="-2960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81" tIns="179070" rIns="334264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>
              <a:solidFill>
                <a:schemeClr val="tx2"/>
              </a:solidFill>
            </a:rPr>
            <a:t>3. </a:t>
          </a:r>
          <a:r>
            <a:rPr lang="en-US" sz="4700" kern="1200" dirty="0" err="1">
              <a:solidFill>
                <a:schemeClr val="tx2"/>
              </a:solidFill>
            </a:rPr>
            <a:t>Observasi</a:t>
          </a:r>
          <a:r>
            <a:rPr lang="en-US" sz="4700" kern="1200" dirty="0">
              <a:solidFill>
                <a:schemeClr val="tx2"/>
              </a:solidFill>
            </a:rPr>
            <a:t> </a:t>
          </a:r>
        </a:p>
      </dsp:txBody>
      <dsp:txXfrm rot="10800000">
        <a:off x="2300359" y="4044561"/>
        <a:ext cx="5656378" cy="1555382"/>
      </dsp:txXfrm>
    </dsp:sp>
    <dsp:sp modelId="{CE168ECD-09E9-4120-B090-FAF286D6D7B4}">
      <dsp:nvSpPr>
        <dsp:cNvPr id="0" name=""/>
        <dsp:cNvSpPr/>
      </dsp:nvSpPr>
      <dsp:spPr>
        <a:xfrm>
          <a:off x="1133823" y="4044561"/>
          <a:ext cx="1555382" cy="1555382"/>
        </a:xfrm>
        <a:prstGeom prst="ellipse">
          <a:avLst/>
        </a:prstGeom>
        <a:gradFill rotWithShape="0">
          <a:gsLst>
            <a:gs pos="0">
              <a:schemeClr val="accent2">
                <a:tint val="50000"/>
                <a:hueOff val="-6647367"/>
                <a:satOff val="-35118"/>
                <a:lumOff val="-792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50000"/>
                <a:hueOff val="-6647367"/>
                <a:satOff val="-35118"/>
                <a:lumOff val="-792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50000"/>
                <a:hueOff val="-6647367"/>
                <a:satOff val="-35118"/>
                <a:lumOff val="-792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1471C5-B709-40FB-A4E7-41CBC63DAB56}">
      <dsp:nvSpPr>
        <dsp:cNvPr id="0" name=""/>
        <dsp:cNvSpPr/>
      </dsp:nvSpPr>
      <dsp:spPr>
        <a:xfrm>
          <a:off x="4216873" y="1896"/>
          <a:ext cx="2338448" cy="105764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2"/>
              </a:solidFill>
            </a:rPr>
            <a:t>a. </a:t>
          </a:r>
          <a:r>
            <a:rPr lang="en-US" sz="2100" kern="1200" dirty="0" err="1">
              <a:solidFill>
                <a:schemeClr val="tx2"/>
              </a:solidFill>
            </a:rPr>
            <a:t>Penanganan</a:t>
          </a:r>
          <a:r>
            <a:rPr lang="en-US" sz="2100" kern="1200" dirty="0">
              <a:solidFill>
                <a:schemeClr val="tx2"/>
              </a:solidFill>
            </a:rPr>
            <a:t> </a:t>
          </a:r>
          <a:r>
            <a:rPr lang="en-US" sz="2100" kern="1200" dirty="0" err="1">
              <a:solidFill>
                <a:schemeClr val="tx2"/>
              </a:solidFill>
            </a:rPr>
            <a:t>medis</a:t>
          </a:r>
          <a:endParaRPr lang="en-US" sz="2100" kern="1200" dirty="0">
            <a:solidFill>
              <a:schemeClr val="tx2"/>
            </a:solidFill>
          </a:endParaRPr>
        </a:p>
      </dsp:txBody>
      <dsp:txXfrm>
        <a:off x="4216873" y="1896"/>
        <a:ext cx="2338448" cy="1057642"/>
      </dsp:txXfrm>
    </dsp:sp>
    <dsp:sp modelId="{8B2E19F4-6BAA-4ED0-9CEA-DAF8A6A471C3}">
      <dsp:nvSpPr>
        <dsp:cNvPr id="0" name=""/>
        <dsp:cNvSpPr/>
      </dsp:nvSpPr>
      <dsp:spPr>
        <a:xfrm>
          <a:off x="3065100" y="1896"/>
          <a:ext cx="1047066" cy="105764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3CECFDA-4A6D-41E8-94F2-1E3BBC6002A8}">
      <dsp:nvSpPr>
        <dsp:cNvPr id="0" name=""/>
        <dsp:cNvSpPr/>
      </dsp:nvSpPr>
      <dsp:spPr>
        <a:xfrm>
          <a:off x="3065100" y="1234050"/>
          <a:ext cx="2338448" cy="105764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-280555"/>
                <a:satOff val="186"/>
                <a:lumOff val="183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-280555"/>
                <a:satOff val="186"/>
                <a:lumOff val="183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-280555"/>
                <a:satOff val="186"/>
                <a:lumOff val="183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2"/>
              </a:solidFill>
            </a:rPr>
            <a:t>b. </a:t>
          </a:r>
          <a:r>
            <a:rPr lang="en-US" sz="2100" kern="1200" dirty="0" err="1">
              <a:solidFill>
                <a:schemeClr val="tx2"/>
              </a:solidFill>
            </a:rPr>
            <a:t>Terapi</a:t>
          </a:r>
          <a:r>
            <a:rPr lang="en-US" sz="2100" kern="1200" dirty="0">
              <a:solidFill>
                <a:schemeClr val="tx2"/>
              </a:solidFill>
            </a:rPr>
            <a:t> </a:t>
          </a:r>
          <a:r>
            <a:rPr lang="en-US" sz="2100" kern="1200" dirty="0" err="1">
              <a:solidFill>
                <a:schemeClr val="tx2"/>
              </a:solidFill>
            </a:rPr>
            <a:t>bermain</a:t>
          </a:r>
          <a:endParaRPr lang="en-US" sz="2100" kern="1200" dirty="0">
            <a:solidFill>
              <a:schemeClr val="tx2"/>
            </a:solidFill>
          </a:endParaRPr>
        </a:p>
      </dsp:txBody>
      <dsp:txXfrm>
        <a:off x="3065100" y="1234050"/>
        <a:ext cx="2338448" cy="1057642"/>
      </dsp:txXfrm>
    </dsp:sp>
    <dsp:sp modelId="{E937229F-8C74-4534-AA16-676ED91671A5}">
      <dsp:nvSpPr>
        <dsp:cNvPr id="0" name=""/>
        <dsp:cNvSpPr/>
      </dsp:nvSpPr>
      <dsp:spPr>
        <a:xfrm>
          <a:off x="5508255" y="1234050"/>
          <a:ext cx="1047066" cy="105764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-280555"/>
                <a:satOff val="186"/>
                <a:lumOff val="183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-280555"/>
                <a:satOff val="186"/>
                <a:lumOff val="183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-280555"/>
                <a:satOff val="186"/>
                <a:lumOff val="183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E3C1920-E31B-4090-91A8-0F5DE4EB8AC3}">
      <dsp:nvSpPr>
        <dsp:cNvPr id="0" name=""/>
        <dsp:cNvSpPr/>
      </dsp:nvSpPr>
      <dsp:spPr>
        <a:xfrm>
          <a:off x="4216873" y="2466204"/>
          <a:ext cx="2338448" cy="105764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-561110"/>
                <a:satOff val="372"/>
                <a:lumOff val="3668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-561110"/>
                <a:satOff val="372"/>
                <a:lumOff val="3668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-561110"/>
                <a:satOff val="372"/>
                <a:lumOff val="3668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2"/>
              </a:solidFill>
            </a:rPr>
            <a:t>c. </a:t>
          </a:r>
          <a:r>
            <a:rPr lang="en-US" sz="2100" kern="1200" dirty="0" err="1">
              <a:solidFill>
                <a:schemeClr val="tx2"/>
              </a:solidFill>
            </a:rPr>
            <a:t>Terapi</a:t>
          </a:r>
          <a:r>
            <a:rPr lang="en-US" sz="2100" kern="1200" dirty="0">
              <a:solidFill>
                <a:schemeClr val="tx2"/>
              </a:solidFill>
            </a:rPr>
            <a:t> </a:t>
          </a:r>
          <a:r>
            <a:rPr lang="en-US" sz="2100" kern="1200" dirty="0" err="1">
              <a:solidFill>
                <a:schemeClr val="tx2"/>
              </a:solidFill>
            </a:rPr>
            <a:t>perilaku</a:t>
          </a:r>
          <a:endParaRPr lang="en-US" sz="2100" kern="1200" dirty="0">
            <a:solidFill>
              <a:schemeClr val="tx2"/>
            </a:solidFill>
          </a:endParaRPr>
        </a:p>
      </dsp:txBody>
      <dsp:txXfrm>
        <a:off x="4216873" y="2466204"/>
        <a:ext cx="2338448" cy="1057642"/>
      </dsp:txXfrm>
    </dsp:sp>
    <dsp:sp modelId="{8DB142EC-E5F6-4E56-ABAA-988488F0FC42}">
      <dsp:nvSpPr>
        <dsp:cNvPr id="0" name=""/>
        <dsp:cNvSpPr/>
      </dsp:nvSpPr>
      <dsp:spPr>
        <a:xfrm>
          <a:off x="3065100" y="2466204"/>
          <a:ext cx="1047066" cy="105764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-561110"/>
                <a:satOff val="372"/>
                <a:lumOff val="3668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-561110"/>
                <a:satOff val="372"/>
                <a:lumOff val="3668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-561110"/>
                <a:satOff val="372"/>
                <a:lumOff val="3668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1C34BF7-281D-4D40-B432-C2F7EB26BFB1}">
      <dsp:nvSpPr>
        <dsp:cNvPr id="0" name=""/>
        <dsp:cNvSpPr/>
      </dsp:nvSpPr>
      <dsp:spPr>
        <a:xfrm>
          <a:off x="3065100" y="3698358"/>
          <a:ext cx="2338448" cy="105764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-561110"/>
                <a:satOff val="372"/>
                <a:lumOff val="3668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-561110"/>
                <a:satOff val="372"/>
                <a:lumOff val="3668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-561110"/>
                <a:satOff val="372"/>
                <a:lumOff val="3668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2"/>
              </a:solidFill>
            </a:rPr>
            <a:t>d. </a:t>
          </a:r>
          <a:r>
            <a:rPr lang="en-US" sz="2100" kern="1200" dirty="0" err="1">
              <a:solidFill>
                <a:schemeClr val="tx2"/>
              </a:solidFill>
            </a:rPr>
            <a:t>Terapi</a:t>
          </a:r>
          <a:r>
            <a:rPr lang="en-US" sz="2100" kern="1200" dirty="0">
              <a:solidFill>
                <a:schemeClr val="tx2"/>
              </a:solidFill>
            </a:rPr>
            <a:t> </a:t>
          </a:r>
          <a:r>
            <a:rPr lang="en-US" sz="2100" kern="1200" dirty="0" err="1">
              <a:solidFill>
                <a:schemeClr val="tx2"/>
              </a:solidFill>
            </a:rPr>
            <a:t>keluarga</a:t>
          </a:r>
          <a:endParaRPr lang="en-US" sz="2100" kern="1200" dirty="0">
            <a:solidFill>
              <a:schemeClr val="tx2"/>
            </a:solidFill>
          </a:endParaRPr>
        </a:p>
      </dsp:txBody>
      <dsp:txXfrm>
        <a:off x="3065100" y="3698358"/>
        <a:ext cx="2338448" cy="1057642"/>
      </dsp:txXfrm>
    </dsp:sp>
    <dsp:sp modelId="{2DE16E0D-3C7B-4828-A673-1CBA3D7B3C15}">
      <dsp:nvSpPr>
        <dsp:cNvPr id="0" name=""/>
        <dsp:cNvSpPr/>
      </dsp:nvSpPr>
      <dsp:spPr>
        <a:xfrm>
          <a:off x="5508255" y="3698358"/>
          <a:ext cx="1047066" cy="105764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-561110"/>
                <a:satOff val="372"/>
                <a:lumOff val="3668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-561110"/>
                <a:satOff val="372"/>
                <a:lumOff val="3668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-561110"/>
                <a:satOff val="372"/>
                <a:lumOff val="3668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12B6945-22C2-44A3-9736-6BDF5B63499C}">
      <dsp:nvSpPr>
        <dsp:cNvPr id="0" name=""/>
        <dsp:cNvSpPr/>
      </dsp:nvSpPr>
      <dsp:spPr>
        <a:xfrm>
          <a:off x="4216873" y="4930512"/>
          <a:ext cx="2338448" cy="105764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-280555"/>
                <a:satOff val="186"/>
                <a:lumOff val="183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-280555"/>
                <a:satOff val="186"/>
                <a:lumOff val="183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-280555"/>
                <a:satOff val="186"/>
                <a:lumOff val="183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2"/>
              </a:solidFill>
            </a:rPr>
            <a:t>e. </a:t>
          </a:r>
          <a:r>
            <a:rPr lang="en-US" sz="2100" kern="1200" dirty="0" err="1">
              <a:solidFill>
                <a:schemeClr val="tx2"/>
              </a:solidFill>
            </a:rPr>
            <a:t>Fisioterapi</a:t>
          </a:r>
          <a:r>
            <a:rPr lang="en-US" sz="2100" kern="1200" dirty="0">
              <a:solidFill>
                <a:schemeClr val="tx2"/>
              </a:solidFill>
            </a:rPr>
            <a:t> </a:t>
          </a:r>
        </a:p>
      </dsp:txBody>
      <dsp:txXfrm>
        <a:off x="4216873" y="4930512"/>
        <a:ext cx="2338448" cy="1057642"/>
      </dsp:txXfrm>
    </dsp:sp>
    <dsp:sp modelId="{425E3B73-1AC3-4F14-B28B-9FC723E42B11}">
      <dsp:nvSpPr>
        <dsp:cNvPr id="0" name=""/>
        <dsp:cNvSpPr/>
      </dsp:nvSpPr>
      <dsp:spPr>
        <a:xfrm>
          <a:off x="3065100" y="4930512"/>
          <a:ext cx="1047066" cy="105764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-280555"/>
                <a:satOff val="186"/>
                <a:lumOff val="183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-280555"/>
                <a:satOff val="186"/>
                <a:lumOff val="183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-280555"/>
                <a:satOff val="186"/>
                <a:lumOff val="183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1471C5-B709-40FB-A4E7-41CBC63DAB56}">
      <dsp:nvSpPr>
        <dsp:cNvPr id="0" name=""/>
        <dsp:cNvSpPr/>
      </dsp:nvSpPr>
      <dsp:spPr>
        <a:xfrm>
          <a:off x="2899265" y="1075045"/>
          <a:ext cx="5886388" cy="3679325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tx2"/>
              </a:solidFill>
            </a:rPr>
            <a:t>Banyak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sekali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respon</a:t>
          </a:r>
          <a:r>
            <a:rPr lang="en-US" sz="1700" kern="1200" dirty="0">
              <a:solidFill>
                <a:schemeClr val="tx2"/>
              </a:solidFill>
            </a:rPr>
            <a:t> yang </a:t>
          </a:r>
          <a:r>
            <a:rPr lang="en-US" sz="1700" kern="1200" dirty="0" err="1">
              <a:solidFill>
                <a:schemeClr val="tx2"/>
              </a:solidFill>
            </a:rPr>
            <a:t>sering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muncul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berkaitan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dengan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faktor-faktor</a:t>
          </a:r>
          <a:r>
            <a:rPr lang="en-US" sz="1700" kern="1200" dirty="0">
              <a:solidFill>
                <a:schemeClr val="tx2"/>
              </a:solidFill>
            </a:rPr>
            <a:t> yang </a:t>
          </a:r>
          <a:r>
            <a:rPr lang="en-US" sz="1700" kern="1200" dirty="0" err="1">
              <a:solidFill>
                <a:schemeClr val="tx2"/>
              </a:solidFill>
            </a:rPr>
            <a:t>memengaruhi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perkembangan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seorang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anak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sehingga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tergolong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nonnormatif</a:t>
          </a:r>
          <a:r>
            <a:rPr lang="en-US" sz="1700" kern="1200" dirty="0">
              <a:solidFill>
                <a:schemeClr val="tx2"/>
              </a:solidFill>
            </a:rPr>
            <a:t>. </a:t>
          </a:r>
          <a:r>
            <a:rPr lang="en-US" sz="1700" kern="1200" dirty="0" err="1">
              <a:solidFill>
                <a:schemeClr val="tx2"/>
              </a:solidFill>
            </a:rPr>
            <a:t>Beberapa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faktor</a:t>
          </a:r>
          <a:r>
            <a:rPr lang="en-US" sz="1700" kern="1200" dirty="0">
              <a:solidFill>
                <a:schemeClr val="tx2"/>
              </a:solidFill>
            </a:rPr>
            <a:t> yang </a:t>
          </a:r>
          <a:r>
            <a:rPr lang="en-US" sz="1700" kern="1200" dirty="0" err="1">
              <a:solidFill>
                <a:schemeClr val="tx2"/>
              </a:solidFill>
            </a:rPr>
            <a:t>memengaruhi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adalah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faktor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biologis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dan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lingkungan</a:t>
          </a:r>
          <a:r>
            <a:rPr lang="en-US" sz="1700" kern="1200" dirty="0">
              <a:solidFill>
                <a:schemeClr val="tx2"/>
              </a:solidFill>
            </a:rPr>
            <a:t>, </a:t>
          </a:r>
          <a:r>
            <a:rPr lang="en-US" sz="1700" kern="1200" dirty="0" err="1">
              <a:solidFill>
                <a:schemeClr val="tx2"/>
              </a:solidFill>
            </a:rPr>
            <a:t>termasuk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penyimpangan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perkembangan</a:t>
          </a:r>
          <a:r>
            <a:rPr lang="en-US" sz="1700" kern="1200" dirty="0">
              <a:solidFill>
                <a:schemeClr val="tx2"/>
              </a:solidFill>
            </a:rPr>
            <a:t> yang </a:t>
          </a:r>
          <a:r>
            <a:rPr lang="en-US" sz="1700" kern="1200" dirty="0" err="1">
              <a:solidFill>
                <a:schemeClr val="tx2"/>
              </a:solidFill>
            </a:rPr>
            <a:t>permanen</a:t>
          </a:r>
          <a:r>
            <a:rPr lang="en-US" sz="1700" kern="1200" dirty="0">
              <a:solidFill>
                <a:schemeClr val="tx2"/>
              </a:solidFill>
            </a:rPr>
            <a:t>, </a:t>
          </a:r>
          <a:r>
            <a:rPr lang="en-US" sz="1700" kern="1200" dirty="0" err="1">
              <a:solidFill>
                <a:schemeClr val="tx2"/>
              </a:solidFill>
            </a:rPr>
            <a:t>efek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tidur</a:t>
          </a:r>
          <a:r>
            <a:rPr lang="en-US" sz="1700" kern="1200" dirty="0">
              <a:solidFill>
                <a:schemeClr val="tx2"/>
              </a:solidFill>
            </a:rPr>
            <a:t> (</a:t>
          </a:r>
          <a:r>
            <a:rPr lang="en-US" sz="1700" kern="1200" dirty="0" err="1">
              <a:solidFill>
                <a:schemeClr val="tx2"/>
              </a:solidFill>
            </a:rPr>
            <a:t>efek</a:t>
          </a:r>
          <a:r>
            <a:rPr lang="en-US" sz="1700" kern="1200" dirty="0">
              <a:solidFill>
                <a:schemeClr val="tx2"/>
              </a:solidFill>
            </a:rPr>
            <a:t> yang </a:t>
          </a:r>
          <a:r>
            <a:rPr lang="en-US" sz="1700" kern="1200" dirty="0" err="1">
              <a:solidFill>
                <a:schemeClr val="tx2"/>
              </a:solidFill>
            </a:rPr>
            <a:t>tertunda</a:t>
          </a:r>
          <a:r>
            <a:rPr lang="en-US" sz="1700" kern="1200" dirty="0">
              <a:solidFill>
                <a:schemeClr val="tx2"/>
              </a:solidFill>
            </a:rPr>
            <a:t>) yang </a:t>
          </a:r>
          <a:r>
            <a:rPr lang="en-US" sz="1700" kern="1200" dirty="0" err="1">
              <a:solidFill>
                <a:schemeClr val="tx2"/>
              </a:solidFill>
            </a:rPr>
            <a:t>baru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akan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muncul</a:t>
          </a:r>
          <a:r>
            <a:rPr lang="en-US" sz="1700" kern="1200" dirty="0">
              <a:solidFill>
                <a:schemeClr val="tx2"/>
              </a:solidFill>
            </a:rPr>
            <a:t> di </a:t>
          </a:r>
          <a:r>
            <a:rPr lang="en-US" sz="1700" kern="1200" dirty="0" err="1">
              <a:solidFill>
                <a:schemeClr val="tx2"/>
              </a:solidFill>
            </a:rPr>
            <a:t>kemudian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hari</a:t>
          </a:r>
          <a:r>
            <a:rPr lang="en-US" sz="1700" kern="1200" dirty="0">
              <a:solidFill>
                <a:schemeClr val="tx2"/>
              </a:solidFill>
            </a:rPr>
            <a:t>, </a:t>
          </a:r>
          <a:r>
            <a:rPr lang="en-US" sz="1700" kern="1200" dirty="0" err="1">
              <a:solidFill>
                <a:schemeClr val="tx2"/>
              </a:solidFill>
            </a:rPr>
            <a:t>ketangguhan</a:t>
          </a:r>
          <a:r>
            <a:rPr lang="en-US" sz="1700" kern="1200" dirty="0">
              <a:solidFill>
                <a:schemeClr val="tx2"/>
              </a:solidFill>
            </a:rPr>
            <a:t>, </a:t>
          </a:r>
          <a:r>
            <a:rPr lang="en-US" sz="1700" kern="1200" dirty="0" err="1">
              <a:solidFill>
                <a:schemeClr val="tx2"/>
              </a:solidFill>
            </a:rPr>
            <a:t>dan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bahkan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kemampuan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menyesesuaikan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diri</a:t>
          </a:r>
          <a:r>
            <a:rPr lang="en-US" sz="1700" kern="1200" dirty="0">
              <a:solidFill>
                <a:schemeClr val="tx2"/>
              </a:solidFill>
            </a:rPr>
            <a:t> yang </a:t>
          </a:r>
          <a:r>
            <a:rPr lang="en-US" sz="1700" kern="1200" dirty="0" err="1">
              <a:solidFill>
                <a:schemeClr val="tx2"/>
              </a:solidFill>
            </a:rPr>
            <a:t>meningkat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dan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menyebabkan</a:t>
          </a:r>
          <a:r>
            <a:rPr lang="en-US" sz="1700" kern="1200" dirty="0">
              <a:solidFill>
                <a:schemeClr val="tx2"/>
              </a:solidFill>
            </a:rPr>
            <a:t> stress.</a:t>
          </a:r>
        </a:p>
      </dsp:txBody>
      <dsp:txXfrm>
        <a:off x="2899265" y="1075045"/>
        <a:ext cx="5886388" cy="3679325"/>
      </dsp:txXfrm>
    </dsp:sp>
    <dsp:sp modelId="{8B2E19F4-6BAA-4ED0-9CEA-DAF8A6A471C3}">
      <dsp:nvSpPr>
        <dsp:cNvPr id="0" name=""/>
        <dsp:cNvSpPr/>
      </dsp:nvSpPr>
      <dsp:spPr>
        <a:xfrm>
          <a:off x="0" y="1583548"/>
          <a:ext cx="2635696" cy="2662319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9D09FA-4FC2-44F7-8801-51B29A393596}">
      <dsp:nvSpPr>
        <dsp:cNvPr id="0" name=""/>
        <dsp:cNvSpPr/>
      </dsp:nvSpPr>
      <dsp:spPr>
        <a:xfrm>
          <a:off x="351426" y="1787215"/>
          <a:ext cx="8434227" cy="2635696"/>
        </a:xfrm>
        <a:prstGeom prst="rect">
          <a:avLst/>
        </a:prstGeom>
        <a:solidFill>
          <a:schemeClr val="lt1">
            <a:alpha val="55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85245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tx2"/>
              </a:solidFill>
            </a:rPr>
            <a:t>Dampak</a:t>
          </a:r>
          <a:r>
            <a:rPr lang="en-US" sz="1700" kern="1200" dirty="0">
              <a:solidFill>
                <a:schemeClr val="tx2"/>
              </a:solidFill>
            </a:rPr>
            <a:t> yang paling </a:t>
          </a:r>
          <a:r>
            <a:rPr lang="en-US" sz="1700" kern="1200" dirty="0" err="1">
              <a:solidFill>
                <a:schemeClr val="tx2"/>
              </a:solidFill>
            </a:rPr>
            <a:t>positif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muncl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saat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faktor-faktor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protektif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tersedia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untuk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meningkatkan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penyesuaian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diri</a:t>
          </a:r>
          <a:r>
            <a:rPr lang="en-US" sz="1700" kern="1200" dirty="0">
              <a:solidFill>
                <a:schemeClr val="tx2"/>
              </a:solidFill>
            </a:rPr>
            <a:t>. </a:t>
          </a:r>
          <a:r>
            <a:rPr lang="en-US" sz="1700" kern="1200" dirty="0" err="1">
              <a:solidFill>
                <a:schemeClr val="tx2"/>
              </a:solidFill>
            </a:rPr>
            <a:t>Faktor-faktor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protektif</a:t>
          </a:r>
          <a:r>
            <a:rPr lang="en-US" sz="1700" kern="1200" dirty="0">
              <a:solidFill>
                <a:schemeClr val="tx2"/>
              </a:solidFill>
            </a:rPr>
            <a:t> yang </a:t>
          </a:r>
          <a:r>
            <a:rPr lang="en-US" sz="1700" kern="1200" dirty="0" err="1">
              <a:solidFill>
                <a:schemeClr val="tx2"/>
              </a:solidFill>
            </a:rPr>
            <a:t>telah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dapat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diidentifikasi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adalah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atribut</a:t>
          </a:r>
          <a:r>
            <a:rPr lang="en-US" sz="1700" kern="1200" dirty="0">
              <a:solidFill>
                <a:schemeClr val="tx2"/>
              </a:solidFill>
            </a:rPr>
            <a:t> individual yang </a:t>
          </a:r>
          <a:r>
            <a:rPr lang="en-US" sz="1700" kern="1200" dirty="0" err="1">
              <a:solidFill>
                <a:schemeClr val="tx2"/>
              </a:solidFill>
            </a:rPr>
            <a:t>positif</a:t>
          </a:r>
          <a:r>
            <a:rPr lang="en-US" sz="1700" kern="1200" dirty="0">
              <a:solidFill>
                <a:schemeClr val="tx2"/>
              </a:solidFill>
            </a:rPr>
            <a:t> (</a:t>
          </a:r>
          <a:r>
            <a:rPr lang="en-US" sz="1700" kern="1200" dirty="0" err="1">
              <a:solidFill>
                <a:schemeClr val="tx2"/>
              </a:solidFill>
            </a:rPr>
            <a:t>misalnya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bertempramen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menyenangkan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atau</a:t>
          </a:r>
          <a:r>
            <a:rPr lang="en-US" sz="1700" kern="1200" dirty="0">
              <a:solidFill>
                <a:schemeClr val="tx2"/>
              </a:solidFill>
            </a:rPr>
            <a:t> easy </a:t>
          </a:r>
          <a:r>
            <a:rPr lang="en-US" sz="1700" kern="1200" dirty="0" err="1">
              <a:solidFill>
                <a:schemeClr val="tx2"/>
              </a:solidFill>
            </a:rPr>
            <a:t>tempramen</a:t>
          </a:r>
          <a:r>
            <a:rPr lang="en-US" sz="1700" kern="1200" dirty="0">
              <a:solidFill>
                <a:schemeClr val="tx2"/>
              </a:solidFill>
            </a:rPr>
            <a:t>), </a:t>
          </a:r>
          <a:r>
            <a:rPr lang="en-US" sz="1700" kern="1200" dirty="0" err="1">
              <a:solidFill>
                <a:schemeClr val="tx2"/>
              </a:solidFill>
            </a:rPr>
            <a:t>lingkungan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keluarga</a:t>
          </a:r>
          <a:r>
            <a:rPr lang="en-US" sz="1700" kern="1200" dirty="0">
              <a:solidFill>
                <a:schemeClr val="tx2"/>
              </a:solidFill>
            </a:rPr>
            <a:t> yang </a:t>
          </a:r>
          <a:r>
            <a:rPr lang="en-US" sz="1700" kern="1200" dirty="0" err="1">
              <a:solidFill>
                <a:schemeClr val="tx2"/>
              </a:solidFill>
            </a:rPr>
            <a:t>mendukung</a:t>
          </a:r>
          <a:r>
            <a:rPr lang="en-US" sz="1700" kern="1200" dirty="0">
              <a:solidFill>
                <a:schemeClr val="tx2"/>
              </a:solidFill>
            </a:rPr>
            <a:t>, </a:t>
          </a:r>
          <a:r>
            <a:rPr lang="en-US" sz="1700" kern="1200" dirty="0" err="1">
              <a:solidFill>
                <a:schemeClr val="tx2"/>
              </a:solidFill>
            </a:rPr>
            <a:t>dan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dukungan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sosial</a:t>
          </a:r>
          <a:r>
            <a:rPr lang="en-US" sz="1700" kern="1200" dirty="0">
              <a:solidFill>
                <a:schemeClr val="tx2"/>
              </a:solidFill>
            </a:rPr>
            <a:t> yang </a:t>
          </a:r>
          <a:r>
            <a:rPr lang="en-US" sz="1700" kern="1200" dirty="0" err="1">
              <a:solidFill>
                <a:schemeClr val="tx2"/>
              </a:solidFill>
            </a:rPr>
            <a:t>diperoleh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selain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dari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keluarga</a:t>
          </a:r>
          <a:r>
            <a:rPr lang="en-US" sz="1700" kern="1200" dirty="0">
              <a:solidFill>
                <a:schemeClr val="tx2"/>
              </a:solidFill>
            </a:rPr>
            <a:t> </a:t>
          </a:r>
          <a:r>
            <a:rPr lang="en-US" sz="1700" kern="1200" dirty="0" err="1">
              <a:solidFill>
                <a:schemeClr val="tx2"/>
              </a:solidFill>
            </a:rPr>
            <a:t>inti</a:t>
          </a:r>
          <a:r>
            <a:rPr lang="en-US" sz="1700" kern="1200" dirty="0">
              <a:solidFill>
                <a:schemeClr val="tx2"/>
              </a:solidFill>
            </a:rPr>
            <a:t>.</a:t>
          </a:r>
        </a:p>
      </dsp:txBody>
      <dsp:txXfrm>
        <a:off x="351426" y="1787215"/>
        <a:ext cx="8434227" cy="2635696"/>
      </dsp:txXfrm>
    </dsp:sp>
    <dsp:sp modelId="{CF131B84-EFF9-4178-B296-D270ADE2726A}">
      <dsp:nvSpPr>
        <dsp:cNvPr id="0" name=""/>
        <dsp:cNvSpPr/>
      </dsp:nvSpPr>
      <dsp:spPr>
        <a:xfrm>
          <a:off x="0" y="1406504"/>
          <a:ext cx="1844987" cy="2767481"/>
        </a:xfrm>
        <a:prstGeom prst="rect">
          <a:avLst/>
        </a:prstGeom>
        <a:gradFill rotWithShape="0">
          <a:gsLst>
            <a:gs pos="0">
              <a:schemeClr val="accent1">
                <a:tint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7F8140-D06B-41C1-B1A6-EDE7D8B9A5B5}">
      <dsp:nvSpPr>
        <dsp:cNvPr id="0" name=""/>
        <dsp:cNvSpPr/>
      </dsp:nvSpPr>
      <dsp:spPr>
        <a:xfrm>
          <a:off x="1040912" y="0"/>
          <a:ext cx="5829416" cy="5829416"/>
        </a:xfrm>
        <a:prstGeom prst="triangl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218DD53-8D2C-4F8F-972E-78585D2D89F5}">
      <dsp:nvSpPr>
        <dsp:cNvPr id="0" name=""/>
        <dsp:cNvSpPr/>
      </dsp:nvSpPr>
      <dsp:spPr>
        <a:xfrm>
          <a:off x="3955620" y="583510"/>
          <a:ext cx="3789120" cy="414435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Beberapa</a:t>
          </a:r>
          <a:r>
            <a:rPr lang="en-US" sz="1400" kern="1200" dirty="0"/>
            <a:t> </a:t>
          </a:r>
          <a:r>
            <a:rPr lang="en-US" sz="1400" kern="1200" dirty="0" err="1"/>
            <a:t>teknik</a:t>
          </a:r>
          <a:r>
            <a:rPr lang="en-US" sz="1400" kern="1200" dirty="0"/>
            <a:t> yang </a:t>
          </a:r>
          <a:r>
            <a:rPr lang="en-US" sz="1400" kern="1200" dirty="0" err="1"/>
            <a:t>dapat</a:t>
          </a:r>
          <a:r>
            <a:rPr lang="en-US" sz="1400" kern="1200" dirty="0"/>
            <a:t> </a:t>
          </a:r>
          <a:r>
            <a:rPr lang="en-US" sz="1400" kern="1200" dirty="0" err="1"/>
            <a:t>digunakan</a:t>
          </a:r>
          <a:r>
            <a:rPr lang="en-US" sz="1400" kern="1200" dirty="0"/>
            <a:t> </a:t>
          </a:r>
          <a:r>
            <a:rPr lang="en-US" sz="1400" kern="1200" dirty="0" err="1"/>
            <a:t>untuk</a:t>
          </a:r>
          <a:r>
            <a:rPr lang="en-US" sz="1400" kern="1200" dirty="0"/>
            <a:t> </a:t>
          </a:r>
          <a:r>
            <a:rPr lang="en-US" sz="1400" kern="1200" dirty="0" err="1"/>
            <a:t>melakukan</a:t>
          </a:r>
          <a:r>
            <a:rPr lang="en-US" sz="1400" kern="1200" dirty="0"/>
            <a:t> </a:t>
          </a:r>
          <a:r>
            <a:rPr lang="en-US" sz="1400" kern="1200" dirty="0" err="1"/>
            <a:t>identifikasi</a:t>
          </a:r>
          <a:r>
            <a:rPr lang="en-US" sz="1400" kern="1200" dirty="0"/>
            <a:t> </a:t>
          </a:r>
          <a:r>
            <a:rPr lang="en-US" sz="1400" kern="1200" dirty="0" err="1"/>
            <a:t>seorang</a:t>
          </a:r>
          <a:r>
            <a:rPr lang="en-US" sz="1400" kern="1200" dirty="0"/>
            <a:t> </a:t>
          </a:r>
          <a:r>
            <a:rPr lang="en-US" sz="1400" kern="1200" dirty="0" err="1"/>
            <a:t>anak</a:t>
          </a:r>
          <a:r>
            <a:rPr lang="en-US" sz="1400" kern="1200" dirty="0"/>
            <a:t> </a:t>
          </a:r>
          <a:r>
            <a:rPr lang="en-US" sz="1400" kern="1200" dirty="0" err="1"/>
            <a:t>mengalami</a:t>
          </a:r>
          <a:r>
            <a:rPr lang="en-US" sz="1400" kern="1200" dirty="0"/>
            <a:t> </a:t>
          </a:r>
          <a:r>
            <a:rPr lang="en-US" sz="1400" kern="1200" dirty="0" err="1"/>
            <a:t>perkembangan</a:t>
          </a:r>
          <a:r>
            <a:rPr lang="en-US" sz="1400" kern="1200" dirty="0"/>
            <a:t> </a:t>
          </a:r>
          <a:r>
            <a:rPr lang="en-US" sz="1400" kern="1200" dirty="0" err="1"/>
            <a:t>nonnormatif</a:t>
          </a:r>
          <a:r>
            <a:rPr lang="en-US" sz="1400" kern="1200" dirty="0"/>
            <a:t> </a:t>
          </a:r>
          <a:r>
            <a:rPr lang="en-US" sz="1400" kern="1200" dirty="0" err="1"/>
            <a:t>atau</a:t>
          </a:r>
          <a:r>
            <a:rPr lang="en-US" sz="1400" kern="1200" dirty="0"/>
            <a:t> </a:t>
          </a:r>
          <a:r>
            <a:rPr lang="en-US" sz="1400" kern="1200" dirty="0" err="1"/>
            <a:t>tidak</a:t>
          </a:r>
          <a:r>
            <a:rPr lang="en-US" sz="1400" kern="1200" dirty="0"/>
            <a:t> </a:t>
          </a:r>
          <a:r>
            <a:rPr lang="en-US" sz="1400" kern="1200" dirty="0" err="1"/>
            <a:t>adalah</a:t>
          </a:r>
          <a:r>
            <a:rPr lang="en-US" sz="1400" kern="1200" dirty="0"/>
            <a:t> </a:t>
          </a:r>
          <a:r>
            <a:rPr lang="en-US" sz="1400" kern="1200" dirty="0" err="1"/>
            <a:t>dengan</a:t>
          </a:r>
          <a:r>
            <a:rPr lang="en-US" sz="1400" kern="1200" dirty="0"/>
            <a:t> </a:t>
          </a:r>
          <a:r>
            <a:rPr lang="en-US" sz="1400" kern="1200" dirty="0" err="1"/>
            <a:t>melakukan</a:t>
          </a:r>
          <a:r>
            <a:rPr lang="en-US" sz="1400" kern="1200" dirty="0"/>
            <a:t> </a:t>
          </a:r>
          <a:r>
            <a:rPr lang="en-US" sz="1400" kern="1200" dirty="0" err="1"/>
            <a:t>wawancara</a:t>
          </a:r>
          <a:r>
            <a:rPr lang="en-US" sz="1400" kern="1200" dirty="0"/>
            <a:t>, </a:t>
          </a:r>
          <a:r>
            <a:rPr lang="en-US" sz="1400" kern="1200" dirty="0" err="1"/>
            <a:t>menggunakan</a:t>
          </a:r>
          <a:r>
            <a:rPr lang="en-US" sz="1400" kern="1200" dirty="0"/>
            <a:t> </a:t>
          </a:r>
          <a:r>
            <a:rPr lang="en-US" sz="1400" kern="1200" dirty="0" err="1"/>
            <a:t>kuisioner</a:t>
          </a:r>
          <a:r>
            <a:rPr lang="en-US" sz="1400" kern="1200" dirty="0"/>
            <a:t> </a:t>
          </a:r>
          <a:r>
            <a:rPr lang="en-US" sz="1400" kern="1200" dirty="0" err="1"/>
            <a:t>dan</a:t>
          </a:r>
          <a:r>
            <a:rPr lang="en-US" sz="1400" kern="1200" dirty="0"/>
            <a:t> </a:t>
          </a:r>
          <a:r>
            <a:rPr lang="en-US" sz="1400" kern="1200" dirty="0" err="1"/>
            <a:t>observasi</a:t>
          </a:r>
          <a:r>
            <a:rPr lang="en-US" sz="1400" kern="1200" dirty="0"/>
            <a:t>. </a:t>
          </a:r>
          <a:r>
            <a:rPr lang="en-US" sz="1400" kern="1200" dirty="0" err="1"/>
            <a:t>Pengumpulan</a:t>
          </a:r>
          <a:r>
            <a:rPr lang="en-US" sz="1400" kern="1200" dirty="0"/>
            <a:t> data </a:t>
          </a:r>
          <a:r>
            <a:rPr lang="en-US" sz="1400" kern="1200" dirty="0" err="1"/>
            <a:t>seoptimal</a:t>
          </a:r>
          <a:r>
            <a:rPr lang="en-US" sz="1400" kern="1200" dirty="0"/>
            <a:t> </a:t>
          </a:r>
          <a:r>
            <a:rPr lang="en-US" sz="1400" kern="1200" dirty="0" err="1"/>
            <a:t>mungkin</a:t>
          </a:r>
          <a:r>
            <a:rPr lang="en-US" sz="1400" kern="1200" dirty="0"/>
            <a:t> </a:t>
          </a:r>
          <a:r>
            <a:rPr lang="en-US" sz="1400" kern="1200" dirty="0" err="1"/>
            <a:t>harus</a:t>
          </a:r>
          <a:r>
            <a:rPr lang="en-US" sz="1400" kern="1200" dirty="0"/>
            <a:t> </a:t>
          </a:r>
          <a:r>
            <a:rPr lang="en-US" sz="1400" kern="1200" dirty="0" err="1"/>
            <a:t>bersifat</a:t>
          </a:r>
          <a:r>
            <a:rPr lang="en-US" sz="1400" kern="1200" dirty="0"/>
            <a:t> </a:t>
          </a:r>
          <a:r>
            <a:rPr lang="en-US" sz="1400" kern="1200" dirty="0" err="1"/>
            <a:t>obyektif</a:t>
          </a:r>
          <a:r>
            <a:rPr lang="en-US" sz="1400" kern="1200" dirty="0"/>
            <a:t>, </a:t>
          </a:r>
          <a:r>
            <a:rPr lang="en-US" sz="1400" kern="1200" dirty="0" err="1"/>
            <a:t>karena</a:t>
          </a:r>
          <a:r>
            <a:rPr lang="en-US" sz="1400" kern="1200" dirty="0"/>
            <a:t> </a:t>
          </a:r>
          <a:r>
            <a:rPr lang="en-US" sz="1400" kern="1200" dirty="0" err="1"/>
            <a:t>hasil</a:t>
          </a:r>
          <a:r>
            <a:rPr lang="en-US" sz="1400" kern="1200" dirty="0"/>
            <a:t> yang </a:t>
          </a:r>
          <a:r>
            <a:rPr lang="en-US" sz="1400" kern="1200" dirty="0" err="1"/>
            <a:t>didapatkan</a:t>
          </a:r>
          <a:r>
            <a:rPr lang="en-US" sz="1400" kern="1200" dirty="0"/>
            <a:t> </a:t>
          </a:r>
          <a:r>
            <a:rPr lang="en-US" sz="1400" kern="1200" dirty="0" err="1"/>
            <a:t>akan</a:t>
          </a:r>
          <a:r>
            <a:rPr lang="en-US" sz="1400" kern="1200" dirty="0"/>
            <a:t> </a:t>
          </a:r>
          <a:r>
            <a:rPr lang="en-US" sz="1400" kern="1200" dirty="0" err="1"/>
            <a:t>menentukan</a:t>
          </a:r>
          <a:r>
            <a:rPr lang="en-US" sz="1400" kern="1200" dirty="0"/>
            <a:t> </a:t>
          </a:r>
          <a:r>
            <a:rPr lang="en-US" sz="1400" kern="1200" dirty="0" err="1"/>
            <a:t>jalan</a:t>
          </a:r>
          <a:r>
            <a:rPr lang="en-US" sz="1400" kern="1200" dirty="0"/>
            <a:t> </a:t>
          </a:r>
          <a:r>
            <a:rPr lang="en-US" sz="1400" kern="1200" dirty="0" err="1"/>
            <a:t>hidup</a:t>
          </a:r>
          <a:r>
            <a:rPr lang="en-US" sz="1400" kern="1200" dirty="0"/>
            <a:t> </a:t>
          </a:r>
          <a:r>
            <a:rPr lang="en-US" sz="1400" kern="1200" dirty="0" err="1"/>
            <a:t>seorang</a:t>
          </a:r>
          <a:r>
            <a:rPr lang="en-US" sz="1400" kern="1200" dirty="0"/>
            <a:t> </a:t>
          </a:r>
          <a:r>
            <a:rPr lang="en-US" sz="1400" kern="1200" dirty="0" err="1"/>
            <a:t>anak</a:t>
          </a:r>
          <a:r>
            <a:rPr lang="en-US" sz="1400" kern="1200" dirty="0"/>
            <a:t> </a:t>
          </a:r>
          <a:r>
            <a:rPr lang="en-US" sz="1400" kern="1200" dirty="0" err="1"/>
            <a:t>hingga</a:t>
          </a:r>
          <a:r>
            <a:rPr lang="en-US" sz="1400" kern="1200" dirty="0"/>
            <a:t> </a:t>
          </a:r>
          <a:r>
            <a:rPr lang="en-US" sz="1400" kern="1200" dirty="0" err="1"/>
            <a:t>akhir</a:t>
          </a:r>
          <a:r>
            <a:rPr lang="en-US" sz="1400" kern="1200" dirty="0"/>
            <a:t> </a:t>
          </a:r>
          <a:r>
            <a:rPr lang="en-US" sz="1400" kern="1200" dirty="0" err="1"/>
            <a:t>hayat</a:t>
          </a:r>
          <a:r>
            <a:rPr lang="en-US" sz="1400" kern="1200" dirty="0"/>
            <a:t> </a:t>
          </a:r>
          <a:r>
            <a:rPr lang="en-US" sz="1400" kern="1200" dirty="0" err="1"/>
            <a:t>mereka</a:t>
          </a:r>
          <a:r>
            <a:rPr lang="en-US" sz="1400" kern="1200" dirty="0"/>
            <a:t>.</a:t>
          </a:r>
        </a:p>
      </dsp:txBody>
      <dsp:txXfrm>
        <a:off x="4140590" y="768480"/>
        <a:ext cx="3419180" cy="37744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AlternatingPictureBlocks">
  <dgm:title val=""/>
  <dgm:desc val=""/>
  <dgm:catLst>
    <dgm:cat type="picture" pri="15000"/>
    <dgm:cat type="pictureconvert" pri="15000"/>
    <dgm:cat type="list" pri="13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ch" forName="comp" refType="w"/>
      <dgm:constr type="h" for="ch" forName="comp" refType="h"/>
      <dgm:constr type="h" for="ch" forName="sibTrans" refType="w" refFor="ch" refForName="comp" op="equ" fact="0.05"/>
    </dgm:constrLst>
    <dgm:ruleLst/>
    <dgm:forEach name="Name0" axis="ch" ptType="node">
      <dgm:layoutNode name="comp" styleLbl="node1">
        <dgm:alg type="composite">
          <dgm:param type="ar" val="3.30"/>
        </dgm:alg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hoose name="Name4">
              <dgm:if name="Name5" axis="desOrSelf" ptType="node" func="posOdd" op="equ" val="1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6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if>
          <dgm:else name="Name3">
            <dgm:choose name="Name7">
              <dgm:if name="Name8" axis="desOrSelf" ptType="node" func="posOdd" op="equ" val="1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9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else>
        </dgm:choose>
        <dgm:ruleLst/>
        <dgm:layoutNode name="rect2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rect1" styleLbl="l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8/layout/AlternatingPictureBlocks">
  <dgm:title val=""/>
  <dgm:desc val=""/>
  <dgm:catLst>
    <dgm:cat type="picture" pri="15000"/>
    <dgm:cat type="pictureconvert" pri="15000"/>
    <dgm:cat type="list" pri="13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ch" forName="comp" refType="w"/>
      <dgm:constr type="h" for="ch" forName="comp" refType="h"/>
      <dgm:constr type="h" for="ch" forName="sibTrans" refType="w" refFor="ch" refForName="comp" op="equ" fact="0.05"/>
    </dgm:constrLst>
    <dgm:ruleLst/>
    <dgm:forEach name="Name0" axis="ch" ptType="node">
      <dgm:layoutNode name="comp" styleLbl="node1">
        <dgm:alg type="composite">
          <dgm:param type="ar" val="3.30"/>
        </dgm:alg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hoose name="Name4">
              <dgm:if name="Name5" axis="desOrSelf" ptType="node" func="posOdd" op="equ" val="1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6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if>
          <dgm:else name="Name3">
            <dgm:choose name="Name7">
              <dgm:if name="Name8" axis="desOrSelf" ptType="node" func="posOdd" op="equ" val="1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9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else>
        </dgm:choose>
        <dgm:ruleLst/>
        <dgm:layoutNode name="rect2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rect1" styleLbl="l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AlternatingPictureBlocks">
  <dgm:title val=""/>
  <dgm:desc val=""/>
  <dgm:catLst>
    <dgm:cat type="picture" pri="15000"/>
    <dgm:cat type="pictureconvert" pri="15000"/>
    <dgm:cat type="list" pri="13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ch" forName="comp" refType="w"/>
      <dgm:constr type="h" for="ch" forName="comp" refType="h"/>
      <dgm:constr type="h" for="ch" forName="sibTrans" refType="w" refFor="ch" refForName="comp" op="equ" fact="0.05"/>
    </dgm:constrLst>
    <dgm:ruleLst/>
    <dgm:forEach name="Name0" axis="ch" ptType="node">
      <dgm:layoutNode name="comp" styleLbl="node1">
        <dgm:alg type="composite">
          <dgm:param type="ar" val="3.30"/>
        </dgm:alg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hoose name="Name4">
              <dgm:if name="Name5" axis="desOrSelf" ptType="node" func="posOdd" op="equ" val="1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6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if>
          <dgm:else name="Name3">
            <dgm:choose name="Name7">
              <dgm:if name="Name8" axis="desOrSelf" ptType="node" func="posOdd" op="equ" val="1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9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else>
        </dgm:choose>
        <dgm:ruleLst/>
        <dgm:layoutNode name="rect2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rect1" styleLbl="l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45BA1-980A-4507-BE5A-5C1E7C2FFD8F}" type="datetimeFigureOut">
              <a:rPr lang="en-US"/>
              <a:t>4/11/2026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E03411-58E2-43FD-AE1D-AD77DFF8CB2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191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3416D-7FED-43BC-AA7C-D92DBA01ED64}" type="datetimeFigureOut">
              <a:rPr lang="en-US"/>
              <a:t>4/11/2026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C57A8-AE18-4654-B6AF-04B3577165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1397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5611" y="1752600"/>
            <a:ext cx="6858002" cy="182880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5610" y="3733800"/>
            <a:ext cx="6858002" cy="9144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8120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t>‹#›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t>4/11/2026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630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5613" y="1828800"/>
            <a:ext cx="6858002" cy="18288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5610" y="3733800"/>
            <a:ext cx="6858002" cy="914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9257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5212" y="1825625"/>
            <a:ext cx="4954588" cy="4187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951414" cy="41879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t>‹#›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t>4/11/2026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275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1681163"/>
            <a:ext cx="4956048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505075"/>
            <a:ext cx="4956048" cy="3476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956048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956048" cy="3476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t>‹#›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t>4/11/2026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8571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t>‹#›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t>4/11/2026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281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t>‹#›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t>4/11/2026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7874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2" y="304799"/>
            <a:ext cx="10058402" cy="12161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1052422" y="1733550"/>
            <a:ext cx="4360503" cy="3050038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10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3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4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5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6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7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8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1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6" name="Picture Placeholder 33" descr="An empty placeholder to add an image. Click on the placeholder and select the image that you wish to add."/>
          <p:cNvSpPr>
            <a:spLocks noGrp="1" noChangeAspect="1"/>
          </p:cNvSpPr>
          <p:nvPr>
            <p:ph type="pic" sz="quarter" idx="17"/>
          </p:nvPr>
        </p:nvSpPr>
        <p:spPr>
          <a:xfrm>
            <a:off x="1265028" y="1900210"/>
            <a:ext cx="3935536" cy="2571736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39" name="Text Placeholder 3"/>
          <p:cNvSpPr>
            <a:spLocks noGrp="1"/>
          </p:cNvSpPr>
          <p:nvPr>
            <p:ph type="body" sz="half" idx="2"/>
          </p:nvPr>
        </p:nvSpPr>
        <p:spPr>
          <a:xfrm>
            <a:off x="1052423" y="4935990"/>
            <a:ext cx="4368980" cy="100761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763111" y="1733550"/>
            <a:ext cx="4360503" cy="3050038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23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4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7" name="Picture Placeholder 33" descr="An empty placeholder to add an image. Click on the placeholder and select the image that you wish to add."/>
          <p:cNvSpPr>
            <a:spLocks noGrp="1" noChangeAspect="1"/>
          </p:cNvSpPr>
          <p:nvPr>
            <p:ph type="pic" sz="quarter" idx="18"/>
          </p:nvPr>
        </p:nvSpPr>
        <p:spPr>
          <a:xfrm>
            <a:off x="6975717" y="1900210"/>
            <a:ext cx="3935536" cy="2571736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0" name="Text Placeholder 3"/>
          <p:cNvSpPr>
            <a:spLocks noGrp="1"/>
          </p:cNvSpPr>
          <p:nvPr>
            <p:ph type="body" sz="half" idx="19"/>
          </p:nvPr>
        </p:nvSpPr>
        <p:spPr>
          <a:xfrm>
            <a:off x="6742908" y="4935990"/>
            <a:ext cx="4368980" cy="100761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pPr/>
              <a:t>‹#›</a:t>
            </a:fld>
            <a:endParaRPr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pPr/>
              <a:t>4/11/2026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8274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52" name="Group 51"/>
          <p:cNvGrpSpPr>
            <a:grpSpLocks noChangeAspect="1"/>
          </p:cNvGrpSpPr>
          <p:nvPr/>
        </p:nvGrpSpPr>
        <p:grpSpPr>
          <a:xfrm rot="5400000">
            <a:off x="1045139" y="1678105"/>
            <a:ext cx="3123347" cy="3089730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53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4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5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6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7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8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9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60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61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62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63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64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79" name="Picture Placeholder 33" descr="An empty placeholder to add an image. Click on the placeholder and select the image that you wish to add."/>
          <p:cNvSpPr>
            <a:spLocks noGrp="1"/>
          </p:cNvSpPr>
          <p:nvPr>
            <p:ph type="pic" sz="quarter" idx="19"/>
          </p:nvPr>
        </p:nvSpPr>
        <p:spPr>
          <a:xfrm>
            <a:off x="1249168" y="1824285"/>
            <a:ext cx="2715289" cy="2776308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81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5212" y="4947405"/>
            <a:ext cx="2743200" cy="9144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4" name="Group 83"/>
          <p:cNvGrpSpPr>
            <a:grpSpLocks noChangeAspect="1"/>
          </p:cNvGrpSpPr>
          <p:nvPr userDrawn="1"/>
        </p:nvGrpSpPr>
        <p:grpSpPr>
          <a:xfrm rot="5400000">
            <a:off x="4517135" y="1678105"/>
            <a:ext cx="3123347" cy="3089730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85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6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7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8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9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0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1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2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3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4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5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6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78" name="Picture Placeholder 33" descr="An empty placeholder to add an image. Click on the placeholder and select the image that you wish to add."/>
          <p:cNvSpPr>
            <a:spLocks noGrp="1"/>
          </p:cNvSpPr>
          <p:nvPr>
            <p:ph type="pic" sz="quarter" idx="18"/>
          </p:nvPr>
        </p:nvSpPr>
        <p:spPr>
          <a:xfrm>
            <a:off x="4720924" y="1824285"/>
            <a:ext cx="2715768" cy="2776308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82" name="Text Placeholder 3"/>
          <p:cNvSpPr>
            <a:spLocks noGrp="1"/>
          </p:cNvSpPr>
          <p:nvPr>
            <p:ph type="body" sz="half" idx="21"/>
          </p:nvPr>
        </p:nvSpPr>
        <p:spPr>
          <a:xfrm>
            <a:off x="4707208" y="4947405"/>
            <a:ext cx="2743200" cy="9144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97" name="Group 96"/>
          <p:cNvGrpSpPr>
            <a:grpSpLocks noChangeAspect="1"/>
          </p:cNvGrpSpPr>
          <p:nvPr userDrawn="1"/>
        </p:nvGrpSpPr>
        <p:grpSpPr>
          <a:xfrm rot="5400000">
            <a:off x="8019009" y="1678105"/>
            <a:ext cx="3123347" cy="3089730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98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9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0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1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2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3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4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5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6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7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8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9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80" name="Picture Placeholder 33" descr="An empty placeholder to add an image. Click on the placeholder and select the image that you wish to add."/>
          <p:cNvSpPr>
            <a:spLocks noGrp="1"/>
          </p:cNvSpPr>
          <p:nvPr>
            <p:ph type="pic" sz="quarter" idx="20"/>
          </p:nvPr>
        </p:nvSpPr>
        <p:spPr>
          <a:xfrm>
            <a:off x="8222798" y="1824285"/>
            <a:ext cx="2715768" cy="2776308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83" name="Text Placeholder 3"/>
          <p:cNvSpPr>
            <a:spLocks noGrp="1"/>
          </p:cNvSpPr>
          <p:nvPr>
            <p:ph type="body" sz="half" idx="22"/>
          </p:nvPr>
        </p:nvSpPr>
        <p:spPr>
          <a:xfrm>
            <a:off x="8209082" y="4947405"/>
            <a:ext cx="2743200" cy="9144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pPr/>
              <a:t>‹#›</a:t>
            </a:fld>
            <a:endParaRPr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pPr/>
              <a:t>4/11/2026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19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6214" y="421594"/>
            <a:ext cx="2286000" cy="188550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84" name="Group 83"/>
          <p:cNvGrpSpPr>
            <a:grpSpLocks noChangeAspect="1"/>
          </p:cNvGrpSpPr>
          <p:nvPr/>
        </p:nvGrpSpPr>
        <p:grpSpPr>
          <a:xfrm rot="16200000" flipV="1">
            <a:off x="274315" y="1102304"/>
            <a:ext cx="5053664" cy="4411852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85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6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7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8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9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0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1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2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3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4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5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6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97" name="Picture Placeholder 33" descr="An empty placeholder to add an image. Click on the placeholder and select the image that you wish to add."/>
          <p:cNvSpPr>
            <a:spLocks noGrp="1"/>
          </p:cNvSpPr>
          <p:nvPr>
            <p:ph type="pic" sz="quarter" idx="17"/>
          </p:nvPr>
        </p:nvSpPr>
        <p:spPr>
          <a:xfrm>
            <a:off x="840795" y="1020193"/>
            <a:ext cx="3886200" cy="4572000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grpSp>
        <p:nvGrpSpPr>
          <p:cNvPr id="98" name="Group 97"/>
          <p:cNvGrpSpPr/>
          <p:nvPr/>
        </p:nvGrpSpPr>
        <p:grpSpPr>
          <a:xfrm>
            <a:off x="5322489" y="319177"/>
            <a:ext cx="3389607" cy="2710838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99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0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1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2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3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4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5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6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7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8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9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0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111" name="Picture Placeholder 33" descr="An empty placeholder to add an image. Click on the placeholder and select the image that you wish to add."/>
          <p:cNvSpPr>
            <a:spLocks noGrp="1" noChangeAspect="1"/>
          </p:cNvSpPr>
          <p:nvPr>
            <p:ph type="pic" sz="quarter" idx="18"/>
          </p:nvPr>
        </p:nvSpPr>
        <p:spPr>
          <a:xfrm>
            <a:off x="5546780" y="529603"/>
            <a:ext cx="2993366" cy="2305338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grpSp>
        <p:nvGrpSpPr>
          <p:cNvPr id="112" name="Group 111"/>
          <p:cNvGrpSpPr/>
          <p:nvPr/>
        </p:nvGrpSpPr>
        <p:grpSpPr>
          <a:xfrm>
            <a:off x="5322489" y="3245640"/>
            <a:ext cx="3389607" cy="2710838"/>
            <a:chOff x="895350" y="3313113"/>
            <a:chExt cx="3613151" cy="2790825"/>
          </a:xfrm>
          <a:solidFill>
            <a:schemeClr val="tx1">
              <a:lumMod val="50000"/>
            </a:schemeClr>
          </a:solidFill>
        </p:grpSpPr>
        <p:sp>
          <p:nvSpPr>
            <p:cNvPr id="113" name="Freeform 41"/>
            <p:cNvSpPr>
              <a:spLocks/>
            </p:cNvSpPr>
            <p:nvPr/>
          </p:nvSpPr>
          <p:spPr bwMode="auto">
            <a:xfrm>
              <a:off x="963613" y="3725863"/>
              <a:ext cx="11113" cy="1952625"/>
            </a:xfrm>
            <a:custGeom>
              <a:avLst/>
              <a:gdLst>
                <a:gd name="T0" fmla="*/ 3 w 5"/>
                <a:gd name="T1" fmla="*/ 0 h 868"/>
                <a:gd name="T2" fmla="*/ 4 w 5"/>
                <a:gd name="T3" fmla="*/ 217 h 868"/>
                <a:gd name="T4" fmla="*/ 3 w 5"/>
                <a:gd name="T5" fmla="*/ 326 h 868"/>
                <a:gd name="T6" fmla="*/ 4 w 5"/>
                <a:gd name="T7" fmla="*/ 434 h 868"/>
                <a:gd name="T8" fmla="*/ 4 w 5"/>
                <a:gd name="T9" fmla="*/ 651 h 868"/>
                <a:gd name="T10" fmla="*/ 4 w 5"/>
                <a:gd name="T11" fmla="*/ 760 h 868"/>
                <a:gd name="T12" fmla="*/ 3 w 5"/>
                <a:gd name="T13" fmla="*/ 868 h 868"/>
                <a:gd name="T14" fmla="*/ 2 w 5"/>
                <a:gd name="T15" fmla="*/ 868 h 868"/>
                <a:gd name="T16" fmla="*/ 1 w 5"/>
                <a:gd name="T17" fmla="*/ 760 h 868"/>
                <a:gd name="T18" fmla="*/ 0 w 5"/>
                <a:gd name="T19" fmla="*/ 651 h 868"/>
                <a:gd name="T20" fmla="*/ 1 w 5"/>
                <a:gd name="T21" fmla="*/ 434 h 868"/>
                <a:gd name="T22" fmla="*/ 2 w 5"/>
                <a:gd name="T23" fmla="*/ 326 h 868"/>
                <a:gd name="T24" fmla="*/ 1 w 5"/>
                <a:gd name="T25" fmla="*/ 217 h 868"/>
                <a:gd name="T26" fmla="*/ 2 w 5"/>
                <a:gd name="T27" fmla="*/ 0 h 868"/>
                <a:gd name="T28" fmla="*/ 3 w 5"/>
                <a:gd name="T29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868">
                  <a:moveTo>
                    <a:pt x="3" y="0"/>
                  </a:moveTo>
                  <a:cubicBezTo>
                    <a:pt x="4" y="73"/>
                    <a:pt x="4" y="145"/>
                    <a:pt x="4" y="217"/>
                  </a:cubicBezTo>
                  <a:cubicBezTo>
                    <a:pt x="4" y="253"/>
                    <a:pt x="3" y="290"/>
                    <a:pt x="3" y="326"/>
                  </a:cubicBezTo>
                  <a:cubicBezTo>
                    <a:pt x="3" y="362"/>
                    <a:pt x="3" y="398"/>
                    <a:pt x="4" y="434"/>
                  </a:cubicBezTo>
                  <a:cubicBezTo>
                    <a:pt x="4" y="507"/>
                    <a:pt x="5" y="579"/>
                    <a:pt x="4" y="651"/>
                  </a:cubicBezTo>
                  <a:cubicBezTo>
                    <a:pt x="5" y="687"/>
                    <a:pt x="4" y="724"/>
                    <a:pt x="4" y="760"/>
                  </a:cubicBezTo>
                  <a:cubicBezTo>
                    <a:pt x="4" y="796"/>
                    <a:pt x="3" y="832"/>
                    <a:pt x="3" y="868"/>
                  </a:cubicBezTo>
                  <a:cubicBezTo>
                    <a:pt x="2" y="868"/>
                    <a:pt x="2" y="868"/>
                    <a:pt x="2" y="868"/>
                  </a:cubicBezTo>
                  <a:cubicBezTo>
                    <a:pt x="2" y="832"/>
                    <a:pt x="1" y="796"/>
                    <a:pt x="1" y="760"/>
                  </a:cubicBezTo>
                  <a:cubicBezTo>
                    <a:pt x="1" y="724"/>
                    <a:pt x="0" y="687"/>
                    <a:pt x="0" y="651"/>
                  </a:cubicBezTo>
                  <a:cubicBezTo>
                    <a:pt x="0" y="579"/>
                    <a:pt x="1" y="507"/>
                    <a:pt x="1" y="434"/>
                  </a:cubicBezTo>
                  <a:cubicBezTo>
                    <a:pt x="2" y="398"/>
                    <a:pt x="2" y="362"/>
                    <a:pt x="2" y="326"/>
                  </a:cubicBezTo>
                  <a:cubicBezTo>
                    <a:pt x="2" y="290"/>
                    <a:pt x="1" y="253"/>
                    <a:pt x="1" y="217"/>
                  </a:cubicBezTo>
                  <a:cubicBezTo>
                    <a:pt x="0" y="145"/>
                    <a:pt x="1" y="73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4" name="Freeform 42"/>
            <p:cNvSpPr>
              <a:spLocks/>
            </p:cNvSpPr>
            <p:nvPr/>
          </p:nvSpPr>
          <p:spPr bwMode="auto">
            <a:xfrm>
              <a:off x="1350963" y="6038850"/>
              <a:ext cx="2736850" cy="11113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5" name="Freeform 43"/>
            <p:cNvSpPr>
              <a:spLocks/>
            </p:cNvSpPr>
            <p:nvPr/>
          </p:nvSpPr>
          <p:spPr bwMode="auto">
            <a:xfrm>
              <a:off x="1330325" y="3378200"/>
              <a:ext cx="2743200" cy="11113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6" name="Freeform 44"/>
            <p:cNvSpPr>
              <a:spLocks/>
            </p:cNvSpPr>
            <p:nvPr/>
          </p:nvSpPr>
          <p:spPr bwMode="auto">
            <a:xfrm>
              <a:off x="4443413" y="3759200"/>
              <a:ext cx="9525" cy="1919288"/>
            </a:xfrm>
            <a:custGeom>
              <a:avLst/>
              <a:gdLst>
                <a:gd name="T0" fmla="*/ 2 w 4"/>
                <a:gd name="T1" fmla="*/ 853 h 853"/>
                <a:gd name="T2" fmla="*/ 0 w 4"/>
                <a:gd name="T3" fmla="*/ 640 h 853"/>
                <a:gd name="T4" fmla="*/ 1 w 4"/>
                <a:gd name="T5" fmla="*/ 533 h 853"/>
                <a:gd name="T6" fmla="*/ 1 w 4"/>
                <a:gd name="T7" fmla="*/ 427 h 853"/>
                <a:gd name="T8" fmla="*/ 0 w 4"/>
                <a:gd name="T9" fmla="*/ 213 h 853"/>
                <a:gd name="T10" fmla="*/ 0 w 4"/>
                <a:gd name="T11" fmla="*/ 107 h 853"/>
                <a:gd name="T12" fmla="*/ 2 w 4"/>
                <a:gd name="T13" fmla="*/ 0 h 853"/>
                <a:gd name="T14" fmla="*/ 2 w 4"/>
                <a:gd name="T15" fmla="*/ 0 h 853"/>
                <a:gd name="T16" fmla="*/ 3 w 4"/>
                <a:gd name="T17" fmla="*/ 107 h 853"/>
                <a:gd name="T18" fmla="*/ 4 w 4"/>
                <a:gd name="T19" fmla="*/ 213 h 853"/>
                <a:gd name="T20" fmla="*/ 3 w 4"/>
                <a:gd name="T21" fmla="*/ 427 h 853"/>
                <a:gd name="T22" fmla="*/ 2 w 4"/>
                <a:gd name="T23" fmla="*/ 533 h 853"/>
                <a:gd name="T24" fmla="*/ 3 w 4"/>
                <a:gd name="T25" fmla="*/ 640 h 853"/>
                <a:gd name="T26" fmla="*/ 2 w 4"/>
                <a:gd name="T27" fmla="*/ 853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853">
                  <a:moveTo>
                    <a:pt x="2" y="853"/>
                  </a:moveTo>
                  <a:cubicBezTo>
                    <a:pt x="0" y="782"/>
                    <a:pt x="0" y="711"/>
                    <a:pt x="0" y="640"/>
                  </a:cubicBezTo>
                  <a:cubicBezTo>
                    <a:pt x="0" y="604"/>
                    <a:pt x="1" y="569"/>
                    <a:pt x="1" y="533"/>
                  </a:cubicBezTo>
                  <a:cubicBezTo>
                    <a:pt x="1" y="498"/>
                    <a:pt x="1" y="462"/>
                    <a:pt x="1" y="427"/>
                  </a:cubicBezTo>
                  <a:cubicBezTo>
                    <a:pt x="0" y="356"/>
                    <a:pt x="0" y="284"/>
                    <a:pt x="0" y="213"/>
                  </a:cubicBezTo>
                  <a:cubicBezTo>
                    <a:pt x="0" y="178"/>
                    <a:pt x="0" y="142"/>
                    <a:pt x="0" y="107"/>
                  </a:cubicBezTo>
                  <a:cubicBezTo>
                    <a:pt x="1" y="71"/>
                    <a:pt x="1" y="36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36"/>
                    <a:pt x="3" y="71"/>
                    <a:pt x="3" y="107"/>
                  </a:cubicBezTo>
                  <a:cubicBezTo>
                    <a:pt x="4" y="142"/>
                    <a:pt x="4" y="178"/>
                    <a:pt x="4" y="213"/>
                  </a:cubicBezTo>
                  <a:cubicBezTo>
                    <a:pt x="4" y="284"/>
                    <a:pt x="3" y="356"/>
                    <a:pt x="3" y="427"/>
                  </a:cubicBezTo>
                  <a:cubicBezTo>
                    <a:pt x="3" y="462"/>
                    <a:pt x="2" y="498"/>
                    <a:pt x="2" y="533"/>
                  </a:cubicBezTo>
                  <a:cubicBezTo>
                    <a:pt x="3" y="569"/>
                    <a:pt x="3" y="604"/>
                    <a:pt x="3" y="640"/>
                  </a:cubicBezTo>
                  <a:cubicBezTo>
                    <a:pt x="4" y="711"/>
                    <a:pt x="3" y="782"/>
                    <a:pt x="2" y="8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7" name="Freeform 45"/>
            <p:cNvSpPr>
              <a:spLocks noEditPoints="1"/>
            </p:cNvSpPr>
            <p:nvPr/>
          </p:nvSpPr>
          <p:spPr bwMode="auto">
            <a:xfrm>
              <a:off x="903288" y="5772150"/>
              <a:ext cx="341313" cy="331788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8" name="Freeform 46"/>
            <p:cNvSpPr>
              <a:spLocks noEditPoints="1"/>
            </p:cNvSpPr>
            <p:nvPr/>
          </p:nvSpPr>
          <p:spPr bwMode="auto">
            <a:xfrm>
              <a:off x="906463" y="5768975"/>
              <a:ext cx="341313" cy="323850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19" name="Freeform 47"/>
            <p:cNvSpPr>
              <a:spLocks noEditPoints="1"/>
            </p:cNvSpPr>
            <p:nvPr/>
          </p:nvSpPr>
          <p:spPr bwMode="auto">
            <a:xfrm>
              <a:off x="895350" y="3316288"/>
              <a:ext cx="363538" cy="328613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0" name="Freeform 48"/>
            <p:cNvSpPr>
              <a:spLocks noEditPoints="1"/>
            </p:cNvSpPr>
            <p:nvPr/>
          </p:nvSpPr>
          <p:spPr bwMode="auto">
            <a:xfrm>
              <a:off x="903288" y="3313113"/>
              <a:ext cx="336550" cy="338138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1" name="Freeform 49"/>
            <p:cNvSpPr>
              <a:spLocks noEditPoints="1"/>
            </p:cNvSpPr>
            <p:nvPr/>
          </p:nvSpPr>
          <p:spPr bwMode="auto">
            <a:xfrm>
              <a:off x="4162425" y="3344863"/>
              <a:ext cx="334963" cy="328613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2" name="Freeform 50"/>
            <p:cNvSpPr>
              <a:spLocks noEditPoints="1"/>
            </p:cNvSpPr>
            <p:nvPr/>
          </p:nvSpPr>
          <p:spPr bwMode="auto">
            <a:xfrm>
              <a:off x="4162425" y="3359150"/>
              <a:ext cx="334963" cy="309563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3" name="Freeform 51"/>
            <p:cNvSpPr>
              <a:spLocks noEditPoints="1"/>
            </p:cNvSpPr>
            <p:nvPr/>
          </p:nvSpPr>
          <p:spPr bwMode="auto">
            <a:xfrm>
              <a:off x="4205288" y="5753100"/>
              <a:ext cx="303213" cy="344488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24" name="Freeform 52"/>
            <p:cNvSpPr>
              <a:spLocks noEditPoints="1"/>
            </p:cNvSpPr>
            <p:nvPr/>
          </p:nvSpPr>
          <p:spPr bwMode="auto">
            <a:xfrm>
              <a:off x="4202113" y="5762625"/>
              <a:ext cx="306388" cy="311150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125" name="Picture Placeholder 33" descr="An empty placeholder to add an image. Click on the placeholder and select the image that you wish to add."/>
          <p:cNvSpPr>
            <a:spLocks noGrp="1" noChangeAspect="1"/>
          </p:cNvSpPr>
          <p:nvPr>
            <p:ph type="pic" sz="quarter" idx="19"/>
          </p:nvPr>
        </p:nvSpPr>
        <p:spPr>
          <a:xfrm>
            <a:off x="5546780" y="3456066"/>
            <a:ext cx="2993366" cy="2305338"/>
          </a:xfrm>
          <a:solidFill>
            <a:schemeClr val="bg2"/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126" name="Text Placeholder 3"/>
          <p:cNvSpPr>
            <a:spLocks noGrp="1"/>
          </p:cNvSpPr>
          <p:nvPr>
            <p:ph type="body" sz="half" idx="21"/>
          </p:nvPr>
        </p:nvSpPr>
        <p:spPr>
          <a:xfrm>
            <a:off x="9066214" y="2484992"/>
            <a:ext cx="2286000" cy="3248729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6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pPr/>
              <a:t>‹#›</a:t>
            </a:fld>
            <a:endParaRPr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pPr/>
              <a:t>4/11/2026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742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1732" y="1330347"/>
            <a:ext cx="384048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13" y="914400"/>
            <a:ext cx="6172201" cy="5029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11732" y="3555523"/>
            <a:ext cx="3840480" cy="238807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65213" y="6019801"/>
            <a:ext cx="762000" cy="228600"/>
          </a:xfrm>
        </p:spPr>
        <p:txBody>
          <a:bodyPr/>
          <a:lstStyle>
            <a:lvl1pPr algn="l">
              <a:defRPr/>
            </a:lvl1pPr>
          </a:lstStyle>
          <a:p>
            <a:fld id="{022B156B-59AE-415F-B24B-8756D48BB977}" type="slidenum">
              <a:rPr/>
              <a:pPr/>
              <a:t>‹#›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75611" y="6019801"/>
            <a:ext cx="1396260" cy="228600"/>
          </a:xfrm>
        </p:spPr>
        <p:txBody>
          <a:bodyPr/>
          <a:lstStyle/>
          <a:p>
            <a:fld id="{4CF99945-0A15-4715-AB6C-F5E56CF20F70}" type="datetimeFigureOut">
              <a:rPr lang="en-US"/>
              <a:t>4/11/2026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9762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2891" y="1330347"/>
            <a:ext cx="384048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grpSp>
        <p:nvGrpSpPr>
          <p:cNvPr id="8" name="Group 7"/>
          <p:cNvGrpSpPr/>
          <p:nvPr/>
        </p:nvGrpSpPr>
        <p:grpSpPr>
          <a:xfrm>
            <a:off x="595546" y="781398"/>
            <a:ext cx="6433398" cy="5053665"/>
            <a:chOff x="5162444" y="781398"/>
            <a:chExt cx="6433398" cy="5053665"/>
          </a:xfrm>
        </p:grpSpPr>
        <p:sp>
          <p:nvSpPr>
            <p:cNvPr id="9" name="Freeform 42"/>
            <p:cNvSpPr>
              <a:spLocks/>
            </p:cNvSpPr>
            <p:nvPr/>
          </p:nvSpPr>
          <p:spPr bwMode="auto">
            <a:xfrm rot="16200000" flipV="1">
              <a:off x="3342557" y="3275021"/>
              <a:ext cx="3827994" cy="17568"/>
            </a:xfrm>
            <a:custGeom>
              <a:avLst/>
              <a:gdLst>
                <a:gd name="T0" fmla="*/ 0 w 1216"/>
                <a:gd name="T1" fmla="*/ 2 h 5"/>
                <a:gd name="T2" fmla="*/ 304 w 1216"/>
                <a:gd name="T3" fmla="*/ 1 h 5"/>
                <a:gd name="T4" fmla="*/ 456 w 1216"/>
                <a:gd name="T5" fmla="*/ 2 h 5"/>
                <a:gd name="T6" fmla="*/ 608 w 1216"/>
                <a:gd name="T7" fmla="*/ 1 h 5"/>
                <a:gd name="T8" fmla="*/ 912 w 1216"/>
                <a:gd name="T9" fmla="*/ 0 h 5"/>
                <a:gd name="T10" fmla="*/ 1064 w 1216"/>
                <a:gd name="T11" fmla="*/ 1 h 5"/>
                <a:gd name="T12" fmla="*/ 1216 w 1216"/>
                <a:gd name="T13" fmla="*/ 2 h 5"/>
                <a:gd name="T14" fmla="*/ 1216 w 1216"/>
                <a:gd name="T15" fmla="*/ 2 h 5"/>
                <a:gd name="T16" fmla="*/ 1064 w 1216"/>
                <a:gd name="T17" fmla="*/ 4 h 5"/>
                <a:gd name="T18" fmla="*/ 912 w 1216"/>
                <a:gd name="T19" fmla="*/ 4 h 5"/>
                <a:gd name="T20" fmla="*/ 608 w 1216"/>
                <a:gd name="T21" fmla="*/ 3 h 5"/>
                <a:gd name="T22" fmla="*/ 456 w 1216"/>
                <a:gd name="T23" fmla="*/ 3 h 5"/>
                <a:gd name="T24" fmla="*/ 304 w 1216"/>
                <a:gd name="T25" fmla="*/ 4 h 5"/>
                <a:gd name="T26" fmla="*/ 0 w 1216"/>
                <a:gd name="T2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6" h="5">
                  <a:moveTo>
                    <a:pt x="0" y="2"/>
                  </a:moveTo>
                  <a:cubicBezTo>
                    <a:pt x="101" y="1"/>
                    <a:pt x="202" y="0"/>
                    <a:pt x="304" y="1"/>
                  </a:cubicBezTo>
                  <a:cubicBezTo>
                    <a:pt x="354" y="1"/>
                    <a:pt x="405" y="2"/>
                    <a:pt x="456" y="2"/>
                  </a:cubicBezTo>
                  <a:cubicBezTo>
                    <a:pt x="506" y="2"/>
                    <a:pt x="557" y="1"/>
                    <a:pt x="608" y="1"/>
                  </a:cubicBezTo>
                  <a:cubicBezTo>
                    <a:pt x="709" y="1"/>
                    <a:pt x="810" y="0"/>
                    <a:pt x="912" y="0"/>
                  </a:cubicBezTo>
                  <a:cubicBezTo>
                    <a:pt x="962" y="0"/>
                    <a:pt x="1013" y="1"/>
                    <a:pt x="1064" y="1"/>
                  </a:cubicBezTo>
                  <a:cubicBezTo>
                    <a:pt x="1114" y="1"/>
                    <a:pt x="1165" y="1"/>
                    <a:pt x="1216" y="2"/>
                  </a:cubicBezTo>
                  <a:cubicBezTo>
                    <a:pt x="1216" y="2"/>
                    <a:pt x="1216" y="2"/>
                    <a:pt x="1216" y="2"/>
                  </a:cubicBezTo>
                  <a:cubicBezTo>
                    <a:pt x="1165" y="3"/>
                    <a:pt x="1114" y="3"/>
                    <a:pt x="1064" y="4"/>
                  </a:cubicBezTo>
                  <a:cubicBezTo>
                    <a:pt x="1013" y="4"/>
                    <a:pt x="962" y="4"/>
                    <a:pt x="912" y="4"/>
                  </a:cubicBezTo>
                  <a:cubicBezTo>
                    <a:pt x="810" y="5"/>
                    <a:pt x="709" y="4"/>
                    <a:pt x="608" y="3"/>
                  </a:cubicBezTo>
                  <a:cubicBezTo>
                    <a:pt x="557" y="3"/>
                    <a:pt x="506" y="3"/>
                    <a:pt x="456" y="3"/>
                  </a:cubicBezTo>
                  <a:cubicBezTo>
                    <a:pt x="405" y="3"/>
                    <a:pt x="354" y="4"/>
                    <a:pt x="304" y="4"/>
                  </a:cubicBezTo>
                  <a:cubicBezTo>
                    <a:pt x="202" y="4"/>
                    <a:pt x="101" y="4"/>
                    <a:pt x="0" y="2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0" name="Freeform 43"/>
            <p:cNvSpPr>
              <a:spLocks/>
            </p:cNvSpPr>
            <p:nvPr/>
          </p:nvSpPr>
          <p:spPr bwMode="auto">
            <a:xfrm rot="16200000" flipV="1">
              <a:off x="9565728" y="3299447"/>
              <a:ext cx="3836876" cy="17568"/>
            </a:xfrm>
            <a:custGeom>
              <a:avLst/>
              <a:gdLst>
                <a:gd name="T0" fmla="*/ 0 w 1219"/>
                <a:gd name="T1" fmla="*/ 2 h 5"/>
                <a:gd name="T2" fmla="*/ 304 w 1219"/>
                <a:gd name="T3" fmla="*/ 1 h 5"/>
                <a:gd name="T4" fmla="*/ 457 w 1219"/>
                <a:gd name="T5" fmla="*/ 2 h 5"/>
                <a:gd name="T6" fmla="*/ 609 w 1219"/>
                <a:gd name="T7" fmla="*/ 1 h 5"/>
                <a:gd name="T8" fmla="*/ 914 w 1219"/>
                <a:gd name="T9" fmla="*/ 0 h 5"/>
                <a:gd name="T10" fmla="*/ 1067 w 1219"/>
                <a:gd name="T11" fmla="*/ 1 h 5"/>
                <a:gd name="T12" fmla="*/ 1219 w 1219"/>
                <a:gd name="T13" fmla="*/ 2 h 5"/>
                <a:gd name="T14" fmla="*/ 1219 w 1219"/>
                <a:gd name="T15" fmla="*/ 3 h 5"/>
                <a:gd name="T16" fmla="*/ 1067 w 1219"/>
                <a:gd name="T17" fmla="*/ 4 h 5"/>
                <a:gd name="T18" fmla="*/ 914 w 1219"/>
                <a:gd name="T19" fmla="*/ 4 h 5"/>
                <a:gd name="T20" fmla="*/ 609 w 1219"/>
                <a:gd name="T21" fmla="*/ 3 h 5"/>
                <a:gd name="T22" fmla="*/ 457 w 1219"/>
                <a:gd name="T23" fmla="*/ 3 h 5"/>
                <a:gd name="T24" fmla="*/ 304 w 1219"/>
                <a:gd name="T25" fmla="*/ 4 h 5"/>
                <a:gd name="T26" fmla="*/ 0 w 1219"/>
                <a:gd name="T27" fmla="*/ 3 h 5"/>
                <a:gd name="T28" fmla="*/ 0 w 1219"/>
                <a:gd name="T2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9" h="5">
                  <a:moveTo>
                    <a:pt x="0" y="2"/>
                  </a:moveTo>
                  <a:cubicBezTo>
                    <a:pt x="101" y="1"/>
                    <a:pt x="203" y="0"/>
                    <a:pt x="304" y="1"/>
                  </a:cubicBezTo>
                  <a:cubicBezTo>
                    <a:pt x="355" y="1"/>
                    <a:pt x="406" y="2"/>
                    <a:pt x="457" y="2"/>
                  </a:cubicBezTo>
                  <a:cubicBezTo>
                    <a:pt x="508" y="2"/>
                    <a:pt x="559" y="1"/>
                    <a:pt x="609" y="1"/>
                  </a:cubicBezTo>
                  <a:cubicBezTo>
                    <a:pt x="711" y="1"/>
                    <a:pt x="813" y="0"/>
                    <a:pt x="914" y="0"/>
                  </a:cubicBezTo>
                  <a:cubicBezTo>
                    <a:pt x="965" y="0"/>
                    <a:pt x="1016" y="1"/>
                    <a:pt x="1067" y="1"/>
                  </a:cubicBezTo>
                  <a:cubicBezTo>
                    <a:pt x="1117" y="1"/>
                    <a:pt x="1168" y="1"/>
                    <a:pt x="1219" y="2"/>
                  </a:cubicBezTo>
                  <a:cubicBezTo>
                    <a:pt x="1219" y="3"/>
                    <a:pt x="1219" y="3"/>
                    <a:pt x="1219" y="3"/>
                  </a:cubicBezTo>
                  <a:cubicBezTo>
                    <a:pt x="1168" y="3"/>
                    <a:pt x="1117" y="4"/>
                    <a:pt x="1067" y="4"/>
                  </a:cubicBezTo>
                  <a:cubicBezTo>
                    <a:pt x="1016" y="4"/>
                    <a:pt x="965" y="4"/>
                    <a:pt x="914" y="4"/>
                  </a:cubicBezTo>
                  <a:cubicBezTo>
                    <a:pt x="813" y="5"/>
                    <a:pt x="711" y="4"/>
                    <a:pt x="609" y="3"/>
                  </a:cubicBezTo>
                  <a:cubicBezTo>
                    <a:pt x="559" y="3"/>
                    <a:pt x="508" y="3"/>
                    <a:pt x="457" y="3"/>
                  </a:cubicBezTo>
                  <a:cubicBezTo>
                    <a:pt x="406" y="3"/>
                    <a:pt x="355" y="4"/>
                    <a:pt x="304" y="4"/>
                  </a:cubicBezTo>
                  <a:cubicBezTo>
                    <a:pt x="203" y="4"/>
                    <a:pt x="101" y="4"/>
                    <a:pt x="0" y="3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5814205" y="859113"/>
              <a:ext cx="5129146" cy="4880471"/>
              <a:chOff x="7856559" y="859113"/>
              <a:chExt cx="3086791" cy="4880471"/>
            </a:xfrm>
          </p:grpSpPr>
          <p:sp>
            <p:nvSpPr>
              <p:cNvPr id="20" name="Freeform 41"/>
              <p:cNvSpPr>
                <a:spLocks/>
              </p:cNvSpPr>
              <p:nvPr/>
            </p:nvSpPr>
            <p:spPr bwMode="auto">
              <a:xfrm rot="16200000" flipV="1">
                <a:off x="9392183" y="4188416"/>
                <a:ext cx="15544" cy="3086791"/>
              </a:xfrm>
              <a:custGeom>
                <a:avLst/>
                <a:gdLst>
                  <a:gd name="T0" fmla="*/ 3 w 5"/>
                  <a:gd name="T1" fmla="*/ 0 h 868"/>
                  <a:gd name="T2" fmla="*/ 4 w 5"/>
                  <a:gd name="T3" fmla="*/ 217 h 868"/>
                  <a:gd name="T4" fmla="*/ 3 w 5"/>
                  <a:gd name="T5" fmla="*/ 326 h 868"/>
                  <a:gd name="T6" fmla="*/ 4 w 5"/>
                  <a:gd name="T7" fmla="*/ 434 h 868"/>
                  <a:gd name="T8" fmla="*/ 4 w 5"/>
                  <a:gd name="T9" fmla="*/ 651 h 868"/>
                  <a:gd name="T10" fmla="*/ 4 w 5"/>
                  <a:gd name="T11" fmla="*/ 760 h 868"/>
                  <a:gd name="T12" fmla="*/ 3 w 5"/>
                  <a:gd name="T13" fmla="*/ 868 h 868"/>
                  <a:gd name="T14" fmla="*/ 2 w 5"/>
                  <a:gd name="T15" fmla="*/ 868 h 868"/>
                  <a:gd name="T16" fmla="*/ 1 w 5"/>
                  <a:gd name="T17" fmla="*/ 760 h 868"/>
                  <a:gd name="T18" fmla="*/ 0 w 5"/>
                  <a:gd name="T19" fmla="*/ 651 h 868"/>
                  <a:gd name="T20" fmla="*/ 1 w 5"/>
                  <a:gd name="T21" fmla="*/ 434 h 868"/>
                  <a:gd name="T22" fmla="*/ 2 w 5"/>
                  <a:gd name="T23" fmla="*/ 326 h 868"/>
                  <a:gd name="T24" fmla="*/ 1 w 5"/>
                  <a:gd name="T25" fmla="*/ 217 h 868"/>
                  <a:gd name="T26" fmla="*/ 2 w 5"/>
                  <a:gd name="T27" fmla="*/ 0 h 868"/>
                  <a:gd name="T28" fmla="*/ 3 w 5"/>
                  <a:gd name="T29" fmla="*/ 0 h 8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" h="868">
                    <a:moveTo>
                      <a:pt x="3" y="0"/>
                    </a:moveTo>
                    <a:cubicBezTo>
                      <a:pt x="4" y="73"/>
                      <a:pt x="4" y="145"/>
                      <a:pt x="4" y="217"/>
                    </a:cubicBezTo>
                    <a:cubicBezTo>
                      <a:pt x="4" y="253"/>
                      <a:pt x="3" y="290"/>
                      <a:pt x="3" y="326"/>
                    </a:cubicBezTo>
                    <a:cubicBezTo>
                      <a:pt x="3" y="362"/>
                      <a:pt x="3" y="398"/>
                      <a:pt x="4" y="434"/>
                    </a:cubicBezTo>
                    <a:cubicBezTo>
                      <a:pt x="4" y="507"/>
                      <a:pt x="5" y="579"/>
                      <a:pt x="4" y="651"/>
                    </a:cubicBezTo>
                    <a:cubicBezTo>
                      <a:pt x="5" y="687"/>
                      <a:pt x="4" y="724"/>
                      <a:pt x="4" y="760"/>
                    </a:cubicBezTo>
                    <a:cubicBezTo>
                      <a:pt x="4" y="796"/>
                      <a:pt x="3" y="832"/>
                      <a:pt x="3" y="868"/>
                    </a:cubicBezTo>
                    <a:cubicBezTo>
                      <a:pt x="2" y="868"/>
                      <a:pt x="2" y="868"/>
                      <a:pt x="2" y="868"/>
                    </a:cubicBezTo>
                    <a:cubicBezTo>
                      <a:pt x="2" y="832"/>
                      <a:pt x="1" y="796"/>
                      <a:pt x="1" y="760"/>
                    </a:cubicBezTo>
                    <a:cubicBezTo>
                      <a:pt x="1" y="724"/>
                      <a:pt x="0" y="687"/>
                      <a:pt x="0" y="651"/>
                    </a:cubicBezTo>
                    <a:cubicBezTo>
                      <a:pt x="0" y="579"/>
                      <a:pt x="1" y="507"/>
                      <a:pt x="1" y="434"/>
                    </a:cubicBezTo>
                    <a:cubicBezTo>
                      <a:pt x="2" y="398"/>
                      <a:pt x="2" y="362"/>
                      <a:pt x="2" y="326"/>
                    </a:cubicBezTo>
                    <a:cubicBezTo>
                      <a:pt x="2" y="290"/>
                      <a:pt x="1" y="253"/>
                      <a:pt x="1" y="217"/>
                    </a:cubicBezTo>
                    <a:cubicBezTo>
                      <a:pt x="0" y="145"/>
                      <a:pt x="1" y="73"/>
                      <a:pt x="2" y="0"/>
                    </a:cubicBezTo>
                    <a:lnTo>
                      <a:pt x="3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/>
              </a:p>
            </p:txBody>
          </p:sp>
          <p:sp>
            <p:nvSpPr>
              <p:cNvPr id="21" name="Freeform 44"/>
              <p:cNvSpPr>
                <a:spLocks/>
              </p:cNvSpPr>
              <p:nvPr/>
            </p:nvSpPr>
            <p:spPr bwMode="auto">
              <a:xfrm rot="16200000" flipV="1">
                <a:off x="9366943" y="-651271"/>
                <a:ext cx="13322" cy="3034090"/>
              </a:xfrm>
              <a:custGeom>
                <a:avLst/>
                <a:gdLst>
                  <a:gd name="T0" fmla="*/ 2 w 4"/>
                  <a:gd name="T1" fmla="*/ 853 h 853"/>
                  <a:gd name="T2" fmla="*/ 0 w 4"/>
                  <a:gd name="T3" fmla="*/ 640 h 853"/>
                  <a:gd name="T4" fmla="*/ 1 w 4"/>
                  <a:gd name="T5" fmla="*/ 533 h 853"/>
                  <a:gd name="T6" fmla="*/ 1 w 4"/>
                  <a:gd name="T7" fmla="*/ 427 h 853"/>
                  <a:gd name="T8" fmla="*/ 0 w 4"/>
                  <a:gd name="T9" fmla="*/ 213 h 853"/>
                  <a:gd name="T10" fmla="*/ 0 w 4"/>
                  <a:gd name="T11" fmla="*/ 107 h 853"/>
                  <a:gd name="T12" fmla="*/ 2 w 4"/>
                  <a:gd name="T13" fmla="*/ 0 h 853"/>
                  <a:gd name="T14" fmla="*/ 2 w 4"/>
                  <a:gd name="T15" fmla="*/ 0 h 853"/>
                  <a:gd name="T16" fmla="*/ 3 w 4"/>
                  <a:gd name="T17" fmla="*/ 107 h 853"/>
                  <a:gd name="T18" fmla="*/ 4 w 4"/>
                  <a:gd name="T19" fmla="*/ 213 h 853"/>
                  <a:gd name="T20" fmla="*/ 3 w 4"/>
                  <a:gd name="T21" fmla="*/ 427 h 853"/>
                  <a:gd name="T22" fmla="*/ 2 w 4"/>
                  <a:gd name="T23" fmla="*/ 533 h 853"/>
                  <a:gd name="T24" fmla="*/ 3 w 4"/>
                  <a:gd name="T25" fmla="*/ 640 h 853"/>
                  <a:gd name="T26" fmla="*/ 2 w 4"/>
                  <a:gd name="T27" fmla="*/ 853 h 8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" h="853">
                    <a:moveTo>
                      <a:pt x="2" y="853"/>
                    </a:moveTo>
                    <a:cubicBezTo>
                      <a:pt x="0" y="782"/>
                      <a:pt x="0" y="711"/>
                      <a:pt x="0" y="640"/>
                    </a:cubicBezTo>
                    <a:cubicBezTo>
                      <a:pt x="0" y="604"/>
                      <a:pt x="1" y="569"/>
                      <a:pt x="1" y="533"/>
                    </a:cubicBezTo>
                    <a:cubicBezTo>
                      <a:pt x="1" y="498"/>
                      <a:pt x="1" y="462"/>
                      <a:pt x="1" y="427"/>
                    </a:cubicBezTo>
                    <a:cubicBezTo>
                      <a:pt x="0" y="356"/>
                      <a:pt x="0" y="284"/>
                      <a:pt x="0" y="213"/>
                    </a:cubicBezTo>
                    <a:cubicBezTo>
                      <a:pt x="0" y="178"/>
                      <a:pt x="0" y="142"/>
                      <a:pt x="0" y="107"/>
                    </a:cubicBezTo>
                    <a:cubicBezTo>
                      <a:pt x="1" y="71"/>
                      <a:pt x="1" y="36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36"/>
                      <a:pt x="3" y="71"/>
                      <a:pt x="3" y="107"/>
                    </a:cubicBezTo>
                    <a:cubicBezTo>
                      <a:pt x="4" y="142"/>
                      <a:pt x="4" y="178"/>
                      <a:pt x="4" y="213"/>
                    </a:cubicBezTo>
                    <a:cubicBezTo>
                      <a:pt x="4" y="284"/>
                      <a:pt x="3" y="356"/>
                      <a:pt x="3" y="427"/>
                    </a:cubicBezTo>
                    <a:cubicBezTo>
                      <a:pt x="3" y="462"/>
                      <a:pt x="2" y="498"/>
                      <a:pt x="2" y="533"/>
                    </a:cubicBezTo>
                    <a:cubicBezTo>
                      <a:pt x="3" y="569"/>
                      <a:pt x="3" y="604"/>
                      <a:pt x="3" y="640"/>
                    </a:cubicBezTo>
                    <a:cubicBezTo>
                      <a:pt x="4" y="711"/>
                      <a:pt x="3" y="782"/>
                      <a:pt x="2" y="853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/>
              </a:p>
            </p:txBody>
          </p:sp>
        </p:grpSp>
        <p:sp>
          <p:nvSpPr>
            <p:cNvPr id="12" name="Freeform 45"/>
            <p:cNvSpPr>
              <a:spLocks noEditPoints="1"/>
            </p:cNvSpPr>
            <p:nvPr/>
          </p:nvSpPr>
          <p:spPr bwMode="auto">
            <a:xfrm rot="16200000" flipV="1">
              <a:off x="5186001" y="5323012"/>
              <a:ext cx="477390" cy="524504"/>
            </a:xfrm>
            <a:custGeom>
              <a:avLst/>
              <a:gdLst>
                <a:gd name="T0" fmla="*/ 127 w 152"/>
                <a:gd name="T1" fmla="*/ 122 h 148"/>
                <a:gd name="T2" fmla="*/ 84 w 152"/>
                <a:gd name="T3" fmla="*/ 134 h 148"/>
                <a:gd name="T4" fmla="*/ 112 w 152"/>
                <a:gd name="T5" fmla="*/ 131 h 148"/>
                <a:gd name="T6" fmla="*/ 48 w 152"/>
                <a:gd name="T7" fmla="*/ 142 h 148"/>
                <a:gd name="T8" fmla="*/ 4 w 152"/>
                <a:gd name="T9" fmla="*/ 95 h 148"/>
                <a:gd name="T10" fmla="*/ 20 w 152"/>
                <a:gd name="T11" fmla="*/ 61 h 148"/>
                <a:gd name="T12" fmla="*/ 26 w 152"/>
                <a:gd name="T13" fmla="*/ 58 h 148"/>
                <a:gd name="T14" fmla="*/ 31 w 152"/>
                <a:gd name="T15" fmla="*/ 23 h 148"/>
                <a:gd name="T16" fmla="*/ 19 w 152"/>
                <a:gd name="T17" fmla="*/ 0 h 148"/>
                <a:gd name="T18" fmla="*/ 33 w 152"/>
                <a:gd name="T19" fmla="*/ 57 h 148"/>
                <a:gd name="T20" fmla="*/ 41 w 152"/>
                <a:gd name="T21" fmla="*/ 63 h 148"/>
                <a:gd name="T22" fmla="*/ 36 w 152"/>
                <a:gd name="T23" fmla="*/ 80 h 148"/>
                <a:gd name="T24" fmla="*/ 26 w 152"/>
                <a:gd name="T25" fmla="*/ 67 h 148"/>
                <a:gd name="T26" fmla="*/ 64 w 152"/>
                <a:gd name="T27" fmla="*/ 132 h 148"/>
                <a:gd name="T28" fmla="*/ 84 w 152"/>
                <a:gd name="T29" fmla="*/ 112 h 148"/>
                <a:gd name="T30" fmla="*/ 77 w 152"/>
                <a:gd name="T31" fmla="*/ 131 h 148"/>
                <a:gd name="T32" fmla="*/ 152 w 152"/>
                <a:gd name="T33" fmla="*/ 129 h 148"/>
                <a:gd name="T34" fmla="*/ 114 w 152"/>
                <a:gd name="T35" fmla="*/ 131 h 148"/>
                <a:gd name="T36" fmla="*/ 127 w 152"/>
                <a:gd name="T37" fmla="*/ 122 h 148"/>
                <a:gd name="T38" fmla="*/ 74 w 152"/>
                <a:gd name="T39" fmla="*/ 128 h 148"/>
                <a:gd name="T40" fmla="*/ 68 w 152"/>
                <a:gd name="T41" fmla="*/ 112 h 148"/>
                <a:gd name="T42" fmla="*/ 66 w 152"/>
                <a:gd name="T43" fmla="*/ 117 h 148"/>
                <a:gd name="T44" fmla="*/ 66 w 152"/>
                <a:gd name="T45" fmla="*/ 125 h 148"/>
                <a:gd name="T46" fmla="*/ 73 w 152"/>
                <a:gd name="T47" fmla="*/ 128 h 148"/>
                <a:gd name="T48" fmla="*/ 74 w 152"/>
                <a:gd name="T49" fmla="*/ 114 h 148"/>
                <a:gd name="T50" fmla="*/ 74 w 152"/>
                <a:gd name="T51" fmla="*/ 128 h 148"/>
                <a:gd name="T52" fmla="*/ 9 w 152"/>
                <a:gd name="T53" fmla="*/ 88 h 148"/>
                <a:gd name="T54" fmla="*/ 56 w 152"/>
                <a:gd name="T55" fmla="*/ 135 h 148"/>
                <a:gd name="T56" fmla="*/ 9 w 152"/>
                <a:gd name="T57" fmla="*/ 88 h 148"/>
                <a:gd name="T58" fmla="*/ 37 w 152"/>
                <a:gd name="T59" fmla="*/ 61 h 148"/>
                <a:gd name="T60" fmla="*/ 31 w 152"/>
                <a:gd name="T61" fmla="*/ 77 h 148"/>
                <a:gd name="T62" fmla="*/ 37 w 152"/>
                <a:gd name="T63" fmla="*/ 61 h 148"/>
                <a:gd name="T64" fmla="*/ 30 w 152"/>
                <a:gd name="T65" fmla="*/ 57 h 148"/>
                <a:gd name="T66" fmla="*/ 33 w 152"/>
                <a:gd name="T67" fmla="*/ 31 h 148"/>
                <a:gd name="T68" fmla="*/ 30 w 152"/>
                <a:gd name="T69" fmla="*/ 57 h 148"/>
                <a:gd name="T70" fmla="*/ 30 w 152"/>
                <a:gd name="T71" fmla="*/ 61 h 148"/>
                <a:gd name="T72" fmla="*/ 30 w 152"/>
                <a:gd name="T73" fmla="*/ 74 h 148"/>
                <a:gd name="T74" fmla="*/ 30 w 152"/>
                <a:gd name="T75" fmla="*/ 6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48">
                  <a:moveTo>
                    <a:pt x="127" y="122"/>
                  </a:moveTo>
                  <a:cubicBezTo>
                    <a:pt x="115" y="118"/>
                    <a:pt x="99" y="137"/>
                    <a:pt x="84" y="134"/>
                  </a:cubicBezTo>
                  <a:cubicBezTo>
                    <a:pt x="92" y="142"/>
                    <a:pt x="106" y="130"/>
                    <a:pt x="112" y="131"/>
                  </a:cubicBezTo>
                  <a:cubicBezTo>
                    <a:pt x="95" y="147"/>
                    <a:pt x="66" y="127"/>
                    <a:pt x="48" y="142"/>
                  </a:cubicBezTo>
                  <a:cubicBezTo>
                    <a:pt x="19" y="142"/>
                    <a:pt x="1" y="123"/>
                    <a:pt x="4" y="95"/>
                  </a:cubicBezTo>
                  <a:cubicBezTo>
                    <a:pt x="6" y="82"/>
                    <a:pt x="19" y="74"/>
                    <a:pt x="20" y="61"/>
                  </a:cubicBezTo>
                  <a:cubicBezTo>
                    <a:pt x="23" y="58"/>
                    <a:pt x="22" y="60"/>
                    <a:pt x="26" y="58"/>
                  </a:cubicBezTo>
                  <a:cubicBezTo>
                    <a:pt x="25" y="45"/>
                    <a:pt x="33" y="34"/>
                    <a:pt x="31" y="23"/>
                  </a:cubicBezTo>
                  <a:cubicBezTo>
                    <a:pt x="30" y="12"/>
                    <a:pt x="19" y="8"/>
                    <a:pt x="19" y="0"/>
                  </a:cubicBezTo>
                  <a:cubicBezTo>
                    <a:pt x="36" y="7"/>
                    <a:pt x="41" y="36"/>
                    <a:pt x="33" y="57"/>
                  </a:cubicBezTo>
                  <a:cubicBezTo>
                    <a:pt x="34" y="60"/>
                    <a:pt x="40" y="59"/>
                    <a:pt x="41" y="63"/>
                  </a:cubicBezTo>
                  <a:cubicBezTo>
                    <a:pt x="43" y="69"/>
                    <a:pt x="40" y="75"/>
                    <a:pt x="36" y="80"/>
                  </a:cubicBezTo>
                  <a:cubicBezTo>
                    <a:pt x="27" y="79"/>
                    <a:pt x="20" y="74"/>
                    <a:pt x="26" y="67"/>
                  </a:cubicBezTo>
                  <a:cubicBezTo>
                    <a:pt x="1" y="88"/>
                    <a:pt x="14" y="148"/>
                    <a:pt x="64" y="132"/>
                  </a:cubicBezTo>
                  <a:cubicBezTo>
                    <a:pt x="54" y="118"/>
                    <a:pt x="73" y="97"/>
                    <a:pt x="84" y="112"/>
                  </a:cubicBezTo>
                  <a:cubicBezTo>
                    <a:pt x="86" y="123"/>
                    <a:pt x="81" y="126"/>
                    <a:pt x="77" y="131"/>
                  </a:cubicBezTo>
                  <a:cubicBezTo>
                    <a:pt x="101" y="137"/>
                    <a:pt x="133" y="102"/>
                    <a:pt x="152" y="129"/>
                  </a:cubicBezTo>
                  <a:cubicBezTo>
                    <a:pt x="143" y="117"/>
                    <a:pt x="124" y="124"/>
                    <a:pt x="114" y="131"/>
                  </a:cubicBezTo>
                  <a:cubicBezTo>
                    <a:pt x="116" y="126"/>
                    <a:pt x="123" y="126"/>
                    <a:pt x="127" y="122"/>
                  </a:cubicBezTo>
                  <a:close/>
                  <a:moveTo>
                    <a:pt x="74" y="128"/>
                  </a:moveTo>
                  <a:cubicBezTo>
                    <a:pt x="91" y="127"/>
                    <a:pt x="78" y="98"/>
                    <a:pt x="68" y="112"/>
                  </a:cubicBezTo>
                  <a:cubicBezTo>
                    <a:pt x="75" y="112"/>
                    <a:pt x="69" y="117"/>
                    <a:pt x="66" y="117"/>
                  </a:cubicBezTo>
                  <a:cubicBezTo>
                    <a:pt x="66" y="119"/>
                    <a:pt x="66" y="122"/>
                    <a:pt x="66" y="125"/>
                  </a:cubicBezTo>
                  <a:cubicBezTo>
                    <a:pt x="68" y="126"/>
                    <a:pt x="69" y="128"/>
                    <a:pt x="73" y="128"/>
                  </a:cubicBezTo>
                  <a:cubicBezTo>
                    <a:pt x="75" y="124"/>
                    <a:pt x="80" y="117"/>
                    <a:pt x="74" y="114"/>
                  </a:cubicBezTo>
                  <a:cubicBezTo>
                    <a:pt x="84" y="115"/>
                    <a:pt x="78" y="125"/>
                    <a:pt x="74" y="128"/>
                  </a:cubicBezTo>
                  <a:close/>
                  <a:moveTo>
                    <a:pt x="9" y="88"/>
                  </a:moveTo>
                  <a:cubicBezTo>
                    <a:pt x="0" y="121"/>
                    <a:pt x="28" y="148"/>
                    <a:pt x="56" y="135"/>
                  </a:cubicBezTo>
                  <a:cubicBezTo>
                    <a:pt x="20" y="145"/>
                    <a:pt x="13" y="115"/>
                    <a:pt x="9" y="88"/>
                  </a:cubicBezTo>
                  <a:close/>
                  <a:moveTo>
                    <a:pt x="37" y="61"/>
                  </a:moveTo>
                  <a:cubicBezTo>
                    <a:pt x="38" y="69"/>
                    <a:pt x="34" y="72"/>
                    <a:pt x="31" y="77"/>
                  </a:cubicBezTo>
                  <a:cubicBezTo>
                    <a:pt x="40" y="78"/>
                    <a:pt x="42" y="66"/>
                    <a:pt x="37" y="61"/>
                  </a:cubicBezTo>
                  <a:close/>
                  <a:moveTo>
                    <a:pt x="30" y="57"/>
                  </a:moveTo>
                  <a:cubicBezTo>
                    <a:pt x="30" y="49"/>
                    <a:pt x="38" y="40"/>
                    <a:pt x="33" y="31"/>
                  </a:cubicBezTo>
                  <a:cubicBezTo>
                    <a:pt x="34" y="41"/>
                    <a:pt x="26" y="49"/>
                    <a:pt x="30" y="57"/>
                  </a:cubicBezTo>
                  <a:close/>
                  <a:moveTo>
                    <a:pt x="30" y="61"/>
                  </a:moveTo>
                  <a:cubicBezTo>
                    <a:pt x="28" y="63"/>
                    <a:pt x="27" y="72"/>
                    <a:pt x="30" y="74"/>
                  </a:cubicBezTo>
                  <a:cubicBezTo>
                    <a:pt x="33" y="70"/>
                    <a:pt x="36" y="63"/>
                    <a:pt x="30" y="6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3" name="Freeform 46"/>
            <p:cNvSpPr>
              <a:spLocks noEditPoints="1"/>
            </p:cNvSpPr>
            <p:nvPr/>
          </p:nvSpPr>
          <p:spPr bwMode="auto">
            <a:xfrm rot="16200000" flipV="1">
              <a:off x="5197295" y="5324846"/>
              <a:ext cx="477390" cy="511956"/>
            </a:xfrm>
            <a:custGeom>
              <a:avLst/>
              <a:gdLst>
                <a:gd name="T0" fmla="*/ 2 w 151"/>
                <a:gd name="T1" fmla="*/ 96 h 144"/>
                <a:gd name="T2" fmla="*/ 21 w 151"/>
                <a:gd name="T3" fmla="*/ 59 h 144"/>
                <a:gd name="T4" fmla="*/ 22 w 151"/>
                <a:gd name="T5" fmla="*/ 12 h 144"/>
                <a:gd name="T6" fmla="*/ 32 w 151"/>
                <a:gd name="T7" fmla="*/ 58 h 144"/>
                <a:gd name="T8" fmla="*/ 34 w 151"/>
                <a:gd name="T9" fmla="*/ 81 h 144"/>
                <a:gd name="T10" fmla="*/ 15 w 151"/>
                <a:gd name="T11" fmla="*/ 112 h 144"/>
                <a:gd name="T12" fmla="*/ 73 w 151"/>
                <a:gd name="T13" fmla="*/ 107 h 144"/>
                <a:gd name="T14" fmla="*/ 76 w 151"/>
                <a:gd name="T15" fmla="*/ 131 h 144"/>
                <a:gd name="T16" fmla="*/ 151 w 151"/>
                <a:gd name="T17" fmla="*/ 130 h 144"/>
                <a:gd name="T18" fmla="*/ 110 w 151"/>
                <a:gd name="T19" fmla="*/ 134 h 144"/>
                <a:gd name="T20" fmla="*/ 66 w 151"/>
                <a:gd name="T21" fmla="*/ 138 h 144"/>
                <a:gd name="T22" fmla="*/ 12 w 151"/>
                <a:gd name="T23" fmla="*/ 128 h 144"/>
                <a:gd name="T24" fmla="*/ 86 w 151"/>
                <a:gd name="T25" fmla="*/ 138 h 144"/>
                <a:gd name="T26" fmla="*/ 86 w 151"/>
                <a:gd name="T27" fmla="*/ 134 h 144"/>
                <a:gd name="T28" fmla="*/ 75 w 151"/>
                <a:gd name="T29" fmla="*/ 133 h 144"/>
                <a:gd name="T30" fmla="*/ 77 w 151"/>
                <a:gd name="T31" fmla="*/ 128 h 144"/>
                <a:gd name="T32" fmla="*/ 66 w 151"/>
                <a:gd name="T33" fmla="*/ 128 h 144"/>
                <a:gd name="T34" fmla="*/ 64 w 151"/>
                <a:gd name="T35" fmla="*/ 117 h 144"/>
                <a:gd name="T36" fmla="*/ 65 w 151"/>
                <a:gd name="T37" fmla="*/ 114 h 144"/>
                <a:gd name="T38" fmla="*/ 63 w 151"/>
                <a:gd name="T39" fmla="*/ 133 h 144"/>
                <a:gd name="T40" fmla="*/ 54 w 151"/>
                <a:gd name="T41" fmla="*/ 137 h 144"/>
                <a:gd name="T42" fmla="*/ 7 w 151"/>
                <a:gd name="T43" fmla="*/ 86 h 144"/>
                <a:gd name="T44" fmla="*/ 41 w 151"/>
                <a:gd name="T45" fmla="*/ 139 h 144"/>
                <a:gd name="T46" fmla="*/ 92 w 151"/>
                <a:gd name="T47" fmla="*/ 138 h 144"/>
                <a:gd name="T48" fmla="*/ 41 w 151"/>
                <a:gd name="T49" fmla="*/ 137 h 144"/>
                <a:gd name="T50" fmla="*/ 26 w 151"/>
                <a:gd name="T51" fmla="*/ 65 h 144"/>
                <a:gd name="T52" fmla="*/ 32 w 151"/>
                <a:gd name="T53" fmla="*/ 64 h 144"/>
                <a:gd name="T54" fmla="*/ 26 w 151"/>
                <a:gd name="T55" fmla="*/ 72 h 144"/>
                <a:gd name="T56" fmla="*/ 33 w 151"/>
                <a:gd name="T57" fmla="*/ 80 h 144"/>
                <a:gd name="T58" fmla="*/ 38 w 151"/>
                <a:gd name="T59" fmla="*/ 73 h 144"/>
                <a:gd name="T60" fmla="*/ 28 w 151"/>
                <a:gd name="T61" fmla="*/ 78 h 144"/>
                <a:gd name="T62" fmla="*/ 34 w 151"/>
                <a:gd name="T63" fmla="*/ 61 h 144"/>
                <a:gd name="T64" fmla="*/ 18 w 151"/>
                <a:gd name="T65" fmla="*/ 2 h 144"/>
                <a:gd name="T66" fmla="*/ 31 w 151"/>
                <a:gd name="T67" fmla="*/ 32 h 144"/>
                <a:gd name="T68" fmla="*/ 27 w 151"/>
                <a:gd name="T69" fmla="*/ 58 h 144"/>
                <a:gd name="T70" fmla="*/ 28 w 151"/>
                <a:gd name="T71" fmla="*/ 42 h 144"/>
                <a:gd name="T72" fmla="*/ 21 w 151"/>
                <a:gd name="T73" fmla="*/ 61 h 144"/>
                <a:gd name="T74" fmla="*/ 7 w 151"/>
                <a:gd name="T75" fmla="*/ 86 h 144"/>
                <a:gd name="T76" fmla="*/ 110 w 151"/>
                <a:gd name="T77" fmla="*/ 131 h 144"/>
                <a:gd name="T78" fmla="*/ 121 w 151"/>
                <a:gd name="T79" fmla="*/ 123 h 144"/>
                <a:gd name="T80" fmla="*/ 67 w 151"/>
                <a:gd name="T81" fmla="*/ 127 h 144"/>
                <a:gd name="T82" fmla="*/ 74 w 151"/>
                <a:gd name="T83" fmla="*/ 118 h 144"/>
                <a:gd name="T84" fmla="*/ 64 w 151"/>
                <a:gd name="T85" fmla="*/ 118 h 144"/>
                <a:gd name="T86" fmla="*/ 75 w 151"/>
                <a:gd name="T87" fmla="*/ 118 h 144"/>
                <a:gd name="T88" fmla="*/ 70 w 151"/>
                <a:gd name="T89" fmla="*/ 114 h 144"/>
                <a:gd name="T90" fmla="*/ 79 w 151"/>
                <a:gd name="T91" fmla="*/ 120 h 144"/>
                <a:gd name="T92" fmla="*/ 122 w 151"/>
                <a:gd name="T93" fmla="*/ 122 h 144"/>
                <a:gd name="T94" fmla="*/ 123 w 151"/>
                <a:gd name="T95" fmla="*/ 125 h 144"/>
                <a:gd name="T96" fmla="*/ 122 w 151"/>
                <a:gd name="T97" fmla="*/ 122 h 144"/>
                <a:gd name="T98" fmla="*/ 81 w 151"/>
                <a:gd name="T99" fmla="*/ 114 h 144"/>
                <a:gd name="T100" fmla="*/ 32 w 151"/>
                <a:gd name="T101" fmla="*/ 74 h 144"/>
                <a:gd name="T102" fmla="*/ 28 w 151"/>
                <a:gd name="T103" fmla="*/ 63 h 144"/>
                <a:gd name="T104" fmla="*/ 28 w 151"/>
                <a:gd name="T105" fmla="*/ 63 h 144"/>
                <a:gd name="T106" fmla="*/ 29 w 151"/>
                <a:gd name="T107" fmla="*/ 4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144">
                  <a:moveTo>
                    <a:pt x="47" y="144"/>
                  </a:moveTo>
                  <a:cubicBezTo>
                    <a:pt x="46" y="144"/>
                    <a:pt x="46" y="144"/>
                    <a:pt x="46" y="144"/>
                  </a:cubicBezTo>
                  <a:cubicBezTo>
                    <a:pt x="32" y="144"/>
                    <a:pt x="19" y="139"/>
                    <a:pt x="11" y="129"/>
                  </a:cubicBezTo>
                  <a:cubicBezTo>
                    <a:pt x="3" y="121"/>
                    <a:pt x="0" y="109"/>
                    <a:pt x="2" y="96"/>
                  </a:cubicBezTo>
                  <a:cubicBezTo>
                    <a:pt x="3" y="90"/>
                    <a:pt x="6" y="84"/>
                    <a:pt x="10" y="79"/>
                  </a:cubicBezTo>
                  <a:cubicBezTo>
                    <a:pt x="13" y="73"/>
                    <a:pt x="17" y="68"/>
                    <a:pt x="17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9" y="60"/>
                    <a:pt x="20" y="59"/>
                    <a:pt x="21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3" y="53"/>
                    <a:pt x="24" y="47"/>
                    <a:pt x="26" y="41"/>
                  </a:cubicBezTo>
                  <a:cubicBezTo>
                    <a:pt x="28" y="35"/>
                    <a:pt x="30" y="30"/>
                    <a:pt x="29" y="24"/>
                  </a:cubicBezTo>
                  <a:cubicBezTo>
                    <a:pt x="28" y="19"/>
                    <a:pt x="25" y="15"/>
                    <a:pt x="22" y="12"/>
                  </a:cubicBezTo>
                  <a:cubicBezTo>
                    <a:pt x="19" y="8"/>
                    <a:pt x="16" y="5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5" y="8"/>
                    <a:pt x="40" y="37"/>
                    <a:pt x="32" y="58"/>
                  </a:cubicBezTo>
                  <a:cubicBezTo>
                    <a:pt x="32" y="59"/>
                    <a:pt x="34" y="59"/>
                    <a:pt x="35" y="60"/>
                  </a:cubicBezTo>
                  <a:cubicBezTo>
                    <a:pt x="37" y="61"/>
                    <a:pt x="39" y="61"/>
                    <a:pt x="40" y="63"/>
                  </a:cubicBezTo>
                  <a:cubicBezTo>
                    <a:pt x="43" y="72"/>
                    <a:pt x="37" y="78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28" y="81"/>
                    <a:pt x="23" y="79"/>
                    <a:pt x="22" y="76"/>
                  </a:cubicBezTo>
                  <a:cubicBezTo>
                    <a:pt x="21" y="75"/>
                    <a:pt x="21" y="73"/>
                    <a:pt x="21" y="71"/>
                  </a:cubicBezTo>
                  <a:cubicBezTo>
                    <a:pt x="12" y="82"/>
                    <a:pt x="10" y="98"/>
                    <a:pt x="15" y="112"/>
                  </a:cubicBezTo>
                  <a:cubicBezTo>
                    <a:pt x="20" y="127"/>
                    <a:pt x="32" y="135"/>
                    <a:pt x="46" y="135"/>
                  </a:cubicBezTo>
                  <a:cubicBezTo>
                    <a:pt x="51" y="135"/>
                    <a:pt x="56" y="134"/>
                    <a:pt x="61" y="133"/>
                  </a:cubicBezTo>
                  <a:cubicBezTo>
                    <a:pt x="58" y="128"/>
                    <a:pt x="57" y="122"/>
                    <a:pt x="60" y="116"/>
                  </a:cubicBezTo>
                  <a:cubicBezTo>
                    <a:pt x="63" y="111"/>
                    <a:pt x="68" y="107"/>
                    <a:pt x="73" y="107"/>
                  </a:cubicBezTo>
                  <a:cubicBezTo>
                    <a:pt x="75" y="107"/>
                    <a:pt x="79" y="108"/>
                    <a:pt x="83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4" y="122"/>
                    <a:pt x="81" y="126"/>
                    <a:pt x="77" y="130"/>
                  </a:cubicBezTo>
                  <a:cubicBezTo>
                    <a:pt x="77" y="130"/>
                    <a:pt x="77" y="131"/>
                    <a:pt x="76" y="131"/>
                  </a:cubicBezTo>
                  <a:cubicBezTo>
                    <a:pt x="78" y="132"/>
                    <a:pt x="80" y="132"/>
                    <a:pt x="82" y="132"/>
                  </a:cubicBezTo>
                  <a:cubicBezTo>
                    <a:pt x="90" y="132"/>
                    <a:pt x="98" y="129"/>
                    <a:pt x="107" y="125"/>
                  </a:cubicBezTo>
                  <a:cubicBezTo>
                    <a:pt x="115" y="122"/>
                    <a:pt x="123" y="119"/>
                    <a:pt x="131" y="119"/>
                  </a:cubicBezTo>
                  <a:cubicBezTo>
                    <a:pt x="139" y="119"/>
                    <a:pt x="146" y="123"/>
                    <a:pt x="151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6" y="127"/>
                    <a:pt x="142" y="124"/>
                    <a:pt x="136" y="124"/>
                  </a:cubicBezTo>
                  <a:cubicBezTo>
                    <a:pt x="126" y="124"/>
                    <a:pt x="115" y="131"/>
                    <a:pt x="112" y="132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05" y="137"/>
                    <a:pt x="99" y="139"/>
                    <a:pt x="90" y="139"/>
                  </a:cubicBezTo>
                  <a:cubicBezTo>
                    <a:pt x="86" y="139"/>
                    <a:pt x="82" y="139"/>
                    <a:pt x="78" y="139"/>
                  </a:cubicBezTo>
                  <a:cubicBezTo>
                    <a:pt x="74" y="138"/>
                    <a:pt x="70" y="138"/>
                    <a:pt x="66" y="138"/>
                  </a:cubicBezTo>
                  <a:cubicBezTo>
                    <a:pt x="58" y="138"/>
                    <a:pt x="52" y="140"/>
                    <a:pt x="47" y="144"/>
                  </a:cubicBezTo>
                  <a:close/>
                  <a:moveTo>
                    <a:pt x="7" y="86"/>
                  </a:moveTo>
                  <a:cubicBezTo>
                    <a:pt x="5" y="89"/>
                    <a:pt x="4" y="93"/>
                    <a:pt x="3" y="96"/>
                  </a:cubicBezTo>
                  <a:cubicBezTo>
                    <a:pt x="2" y="109"/>
                    <a:pt x="5" y="120"/>
                    <a:pt x="12" y="128"/>
                  </a:cubicBezTo>
                  <a:cubicBezTo>
                    <a:pt x="20" y="137"/>
                    <a:pt x="32" y="142"/>
                    <a:pt x="46" y="142"/>
                  </a:cubicBezTo>
                  <a:cubicBezTo>
                    <a:pt x="51" y="138"/>
                    <a:pt x="57" y="136"/>
                    <a:pt x="66" y="136"/>
                  </a:cubicBezTo>
                  <a:cubicBezTo>
                    <a:pt x="70" y="136"/>
                    <a:pt x="74" y="137"/>
                    <a:pt x="78" y="137"/>
                  </a:cubicBezTo>
                  <a:cubicBezTo>
                    <a:pt x="81" y="137"/>
                    <a:pt x="83" y="138"/>
                    <a:pt x="86" y="138"/>
                  </a:cubicBezTo>
                  <a:cubicBezTo>
                    <a:pt x="84" y="137"/>
                    <a:pt x="83" y="136"/>
                    <a:pt x="81" y="135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3" y="134"/>
                    <a:pt x="84" y="134"/>
                    <a:pt x="86" y="134"/>
                  </a:cubicBezTo>
                  <a:cubicBezTo>
                    <a:pt x="92" y="134"/>
                    <a:pt x="99" y="131"/>
                    <a:pt x="105" y="128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97" y="131"/>
                    <a:pt x="89" y="133"/>
                    <a:pt x="82" y="133"/>
                  </a:cubicBezTo>
                  <a:cubicBezTo>
                    <a:pt x="79" y="133"/>
                    <a:pt x="77" y="133"/>
                    <a:pt x="75" y="133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74" y="131"/>
                    <a:pt x="74" y="131"/>
                    <a:pt x="74" y="131"/>
                  </a:cubicBezTo>
                  <a:cubicBezTo>
                    <a:pt x="75" y="131"/>
                    <a:pt x="76" y="130"/>
                    <a:pt x="76" y="129"/>
                  </a:cubicBezTo>
                  <a:cubicBezTo>
                    <a:pt x="77" y="129"/>
                    <a:pt x="77" y="128"/>
                    <a:pt x="77" y="128"/>
                  </a:cubicBezTo>
                  <a:cubicBezTo>
                    <a:pt x="76" y="129"/>
                    <a:pt x="74" y="130"/>
                    <a:pt x="72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70" y="130"/>
                    <a:pt x="70" y="130"/>
                    <a:pt x="70" y="130"/>
                  </a:cubicBezTo>
                  <a:cubicBezTo>
                    <a:pt x="68" y="130"/>
                    <a:pt x="67" y="129"/>
                    <a:pt x="66" y="128"/>
                  </a:cubicBezTo>
                  <a:cubicBezTo>
                    <a:pt x="65" y="128"/>
                    <a:pt x="64" y="127"/>
                    <a:pt x="63" y="127"/>
                  </a:cubicBezTo>
                  <a:cubicBezTo>
                    <a:pt x="63" y="127"/>
                    <a:pt x="63" y="127"/>
                    <a:pt x="63" y="12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6" y="117"/>
                    <a:pt x="68" y="115"/>
                    <a:pt x="68" y="114"/>
                  </a:cubicBezTo>
                  <a:cubicBezTo>
                    <a:pt x="68" y="114"/>
                    <a:pt x="68" y="114"/>
                    <a:pt x="66" y="114"/>
                  </a:cubicBezTo>
                  <a:cubicBezTo>
                    <a:pt x="65" y="114"/>
                    <a:pt x="65" y="114"/>
                    <a:pt x="65" y="114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0"/>
                    <a:pt x="69" y="109"/>
                    <a:pt x="71" y="109"/>
                  </a:cubicBezTo>
                  <a:cubicBezTo>
                    <a:pt x="67" y="110"/>
                    <a:pt x="64" y="113"/>
                    <a:pt x="62" y="117"/>
                  </a:cubicBezTo>
                  <a:cubicBezTo>
                    <a:pt x="59" y="122"/>
                    <a:pt x="59" y="128"/>
                    <a:pt x="63" y="133"/>
                  </a:cubicBezTo>
                  <a:cubicBezTo>
                    <a:pt x="63" y="134"/>
                    <a:pt x="63" y="134"/>
                    <a:pt x="63" y="134"/>
                  </a:cubicBezTo>
                  <a:cubicBezTo>
                    <a:pt x="62" y="134"/>
                    <a:pt x="62" y="134"/>
                    <a:pt x="62" y="134"/>
                  </a:cubicBezTo>
                  <a:cubicBezTo>
                    <a:pt x="59" y="135"/>
                    <a:pt x="56" y="136"/>
                    <a:pt x="54" y="136"/>
                  </a:cubicBezTo>
                  <a:cubicBezTo>
                    <a:pt x="54" y="137"/>
                    <a:pt x="54" y="137"/>
                    <a:pt x="54" y="137"/>
                  </a:cubicBezTo>
                  <a:cubicBezTo>
                    <a:pt x="49" y="139"/>
                    <a:pt x="44" y="140"/>
                    <a:pt x="39" y="140"/>
                  </a:cubicBezTo>
                  <a:cubicBezTo>
                    <a:pt x="29" y="140"/>
                    <a:pt x="19" y="135"/>
                    <a:pt x="13" y="127"/>
                  </a:cubicBezTo>
                  <a:cubicBezTo>
                    <a:pt x="5" y="116"/>
                    <a:pt x="2" y="103"/>
                    <a:pt x="6" y="89"/>
                  </a:cubicBezTo>
                  <a:lnTo>
                    <a:pt x="7" y="86"/>
                  </a:lnTo>
                  <a:close/>
                  <a:moveTo>
                    <a:pt x="7" y="93"/>
                  </a:moveTo>
                  <a:cubicBezTo>
                    <a:pt x="4" y="105"/>
                    <a:pt x="7" y="117"/>
                    <a:pt x="14" y="126"/>
                  </a:cubicBezTo>
                  <a:cubicBezTo>
                    <a:pt x="21" y="135"/>
                    <a:pt x="3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16" y="139"/>
                    <a:pt x="10" y="113"/>
                    <a:pt x="7" y="93"/>
                  </a:cubicBezTo>
                  <a:close/>
                  <a:moveTo>
                    <a:pt x="108" y="133"/>
                  </a:moveTo>
                  <a:cubicBezTo>
                    <a:pt x="106" y="133"/>
                    <a:pt x="104" y="134"/>
                    <a:pt x="102" y="135"/>
                  </a:cubicBezTo>
                  <a:cubicBezTo>
                    <a:pt x="99" y="136"/>
                    <a:pt x="95" y="137"/>
                    <a:pt x="92" y="138"/>
                  </a:cubicBezTo>
                  <a:cubicBezTo>
                    <a:pt x="99" y="138"/>
                    <a:pt x="104" y="136"/>
                    <a:pt x="108" y="133"/>
                  </a:cubicBezTo>
                  <a:close/>
                  <a:moveTo>
                    <a:pt x="7" y="86"/>
                  </a:moveTo>
                  <a:cubicBezTo>
                    <a:pt x="7" y="89"/>
                    <a:pt x="7" y="89"/>
                    <a:pt x="7" y="89"/>
                  </a:cubicBezTo>
                  <a:cubicBezTo>
                    <a:pt x="12" y="114"/>
                    <a:pt x="17" y="137"/>
                    <a:pt x="41" y="137"/>
                  </a:cubicBezTo>
                  <a:cubicBezTo>
                    <a:pt x="43" y="137"/>
                    <a:pt x="45" y="137"/>
                    <a:pt x="48" y="137"/>
                  </a:cubicBezTo>
                  <a:cubicBezTo>
                    <a:pt x="32" y="137"/>
                    <a:pt x="19" y="128"/>
                    <a:pt x="13" y="113"/>
                  </a:cubicBezTo>
                  <a:cubicBezTo>
                    <a:pt x="7" y="96"/>
                    <a:pt x="12" y="77"/>
                    <a:pt x="23" y="67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26" y="63"/>
                    <a:pt x="27" y="62"/>
                    <a:pt x="27" y="62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30" y="62"/>
                    <a:pt x="31" y="63"/>
                    <a:pt x="32" y="64"/>
                  </a:cubicBezTo>
                  <a:cubicBezTo>
                    <a:pt x="33" y="68"/>
                    <a:pt x="30" y="73"/>
                    <a:pt x="29" y="75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7" y="75"/>
                    <a:pt x="26" y="74"/>
                    <a:pt x="26" y="72"/>
                  </a:cubicBezTo>
                  <a:cubicBezTo>
                    <a:pt x="25" y="70"/>
                    <a:pt x="26" y="68"/>
                    <a:pt x="26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2" y="71"/>
                    <a:pt x="22" y="73"/>
                    <a:pt x="23" y="75"/>
                  </a:cubicBezTo>
                  <a:cubicBezTo>
                    <a:pt x="24" y="78"/>
                    <a:pt x="28" y="80"/>
                    <a:pt x="33" y="80"/>
                  </a:cubicBezTo>
                  <a:cubicBezTo>
                    <a:pt x="36" y="77"/>
                    <a:pt x="41" y="71"/>
                    <a:pt x="39" y="64"/>
                  </a:cubicBezTo>
                  <a:cubicBezTo>
                    <a:pt x="38" y="63"/>
                    <a:pt x="37" y="62"/>
                    <a:pt x="35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8" y="64"/>
                    <a:pt x="39" y="69"/>
                    <a:pt x="38" y="73"/>
                  </a:cubicBezTo>
                  <a:cubicBezTo>
                    <a:pt x="36" y="77"/>
                    <a:pt x="34" y="79"/>
                    <a:pt x="30" y="79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79"/>
                    <a:pt x="30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30" y="75"/>
                    <a:pt x="31" y="74"/>
                  </a:cubicBezTo>
                  <a:cubicBezTo>
                    <a:pt x="33" y="71"/>
                    <a:pt x="35" y="68"/>
                    <a:pt x="34" y="62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3" y="61"/>
                    <a:pt x="31" y="60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8" y="39"/>
                    <a:pt x="34" y="10"/>
                    <a:pt x="18" y="2"/>
                  </a:cubicBezTo>
                  <a:cubicBezTo>
                    <a:pt x="18" y="5"/>
                    <a:pt x="20" y="8"/>
                    <a:pt x="23" y="11"/>
                  </a:cubicBezTo>
                  <a:cubicBezTo>
                    <a:pt x="26" y="14"/>
                    <a:pt x="29" y="18"/>
                    <a:pt x="30" y="24"/>
                  </a:cubicBezTo>
                  <a:cubicBezTo>
                    <a:pt x="30" y="26"/>
                    <a:pt x="30" y="28"/>
                    <a:pt x="30" y="3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5" y="38"/>
                    <a:pt x="33" y="44"/>
                    <a:pt x="31" y="49"/>
                  </a:cubicBezTo>
                  <a:cubicBezTo>
                    <a:pt x="30" y="52"/>
                    <a:pt x="29" y="55"/>
                    <a:pt x="29" y="58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3"/>
                    <a:pt x="26" y="49"/>
                    <a:pt x="28" y="44"/>
                  </a:cubicBezTo>
                  <a:cubicBezTo>
                    <a:pt x="29" y="40"/>
                    <a:pt x="31" y="36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5"/>
                    <a:pt x="29" y="38"/>
                    <a:pt x="28" y="42"/>
                  </a:cubicBezTo>
                  <a:cubicBezTo>
                    <a:pt x="26" y="47"/>
                    <a:pt x="24" y="53"/>
                    <a:pt x="24" y="59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0" y="61"/>
                    <a:pt x="20" y="61"/>
                    <a:pt x="19" y="62"/>
                  </a:cubicBezTo>
                  <a:cubicBezTo>
                    <a:pt x="18" y="69"/>
                    <a:pt x="14" y="74"/>
                    <a:pt x="11" y="79"/>
                  </a:cubicBezTo>
                  <a:cubicBezTo>
                    <a:pt x="10" y="82"/>
                    <a:pt x="8" y="84"/>
                    <a:pt x="7" y="86"/>
                  </a:cubicBezTo>
                  <a:close/>
                  <a:moveTo>
                    <a:pt x="85" y="136"/>
                  </a:moveTo>
                  <a:cubicBezTo>
                    <a:pt x="86" y="136"/>
                    <a:pt x="87" y="137"/>
                    <a:pt x="89" y="137"/>
                  </a:cubicBezTo>
                  <a:cubicBezTo>
                    <a:pt x="93" y="137"/>
                    <a:pt x="97" y="135"/>
                    <a:pt x="101" y="133"/>
                  </a:cubicBezTo>
                  <a:cubicBezTo>
                    <a:pt x="105" y="132"/>
                    <a:pt x="108" y="131"/>
                    <a:pt x="110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3" y="129"/>
                    <a:pt x="116" y="127"/>
                    <a:pt x="118" y="126"/>
                  </a:cubicBezTo>
                  <a:cubicBezTo>
                    <a:pt x="120" y="125"/>
                    <a:pt x="122" y="125"/>
                    <a:pt x="123" y="124"/>
                  </a:cubicBezTo>
                  <a:cubicBezTo>
                    <a:pt x="122" y="124"/>
                    <a:pt x="122" y="123"/>
                    <a:pt x="121" y="123"/>
                  </a:cubicBezTo>
                  <a:cubicBezTo>
                    <a:pt x="117" y="123"/>
                    <a:pt x="111" y="126"/>
                    <a:pt x="106" y="129"/>
                  </a:cubicBezTo>
                  <a:cubicBezTo>
                    <a:pt x="99" y="132"/>
                    <a:pt x="92" y="136"/>
                    <a:pt x="85" y="136"/>
                  </a:cubicBezTo>
                  <a:close/>
                  <a:moveTo>
                    <a:pt x="64" y="126"/>
                  </a:moveTo>
                  <a:cubicBezTo>
                    <a:pt x="65" y="126"/>
                    <a:pt x="66" y="126"/>
                    <a:pt x="67" y="127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70" y="128"/>
                    <a:pt x="71" y="128"/>
                    <a:pt x="71" y="127"/>
                  </a:cubicBezTo>
                  <a:cubicBezTo>
                    <a:pt x="72" y="125"/>
                    <a:pt x="75" y="121"/>
                    <a:pt x="74" y="118"/>
                  </a:cubicBezTo>
                  <a:cubicBezTo>
                    <a:pt x="74" y="117"/>
                    <a:pt x="73" y="116"/>
                    <a:pt x="72" y="115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0" y="116"/>
                    <a:pt x="67" y="118"/>
                    <a:pt x="64" y="118"/>
                  </a:cubicBezTo>
                  <a:cubicBezTo>
                    <a:pt x="64" y="118"/>
                    <a:pt x="64" y="118"/>
                    <a:pt x="64" y="118"/>
                  </a:cubicBezTo>
                  <a:lnTo>
                    <a:pt x="64" y="126"/>
                  </a:lnTo>
                  <a:close/>
                  <a:moveTo>
                    <a:pt x="75" y="116"/>
                  </a:moveTo>
                  <a:cubicBezTo>
                    <a:pt x="75" y="117"/>
                    <a:pt x="75" y="117"/>
                    <a:pt x="75" y="118"/>
                  </a:cubicBezTo>
                  <a:cubicBezTo>
                    <a:pt x="76" y="121"/>
                    <a:pt x="74" y="125"/>
                    <a:pt x="72" y="128"/>
                  </a:cubicBezTo>
                  <a:cubicBezTo>
                    <a:pt x="75" y="126"/>
                    <a:pt x="77" y="121"/>
                    <a:pt x="77" y="118"/>
                  </a:cubicBezTo>
                  <a:cubicBezTo>
                    <a:pt x="76" y="118"/>
                    <a:pt x="76" y="117"/>
                    <a:pt x="75" y="116"/>
                  </a:cubicBezTo>
                  <a:close/>
                  <a:moveTo>
                    <a:pt x="70" y="114"/>
                  </a:moveTo>
                  <a:cubicBezTo>
                    <a:pt x="72" y="114"/>
                    <a:pt x="72" y="114"/>
                    <a:pt x="72" y="114"/>
                  </a:cubicBezTo>
                  <a:cubicBezTo>
                    <a:pt x="76" y="115"/>
                    <a:pt x="78" y="117"/>
                    <a:pt x="78" y="118"/>
                  </a:cubicBezTo>
                  <a:cubicBezTo>
                    <a:pt x="79" y="121"/>
                    <a:pt x="77" y="125"/>
                    <a:pt x="74" y="128"/>
                  </a:cubicBezTo>
                  <a:cubicBezTo>
                    <a:pt x="79" y="126"/>
                    <a:pt x="79" y="122"/>
                    <a:pt x="79" y="120"/>
                  </a:cubicBezTo>
                  <a:cubicBezTo>
                    <a:pt x="79" y="116"/>
                    <a:pt x="76" y="110"/>
                    <a:pt x="72" y="110"/>
                  </a:cubicBezTo>
                  <a:cubicBezTo>
                    <a:pt x="71" y="110"/>
                    <a:pt x="69" y="111"/>
                    <a:pt x="68" y="113"/>
                  </a:cubicBezTo>
                  <a:cubicBezTo>
                    <a:pt x="69" y="113"/>
                    <a:pt x="69" y="113"/>
                    <a:pt x="70" y="114"/>
                  </a:cubicBezTo>
                  <a:close/>
                  <a:moveTo>
                    <a:pt x="122" y="122"/>
                  </a:moveTo>
                  <a:cubicBezTo>
                    <a:pt x="123" y="122"/>
                    <a:pt x="124" y="122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24"/>
                    <a:pt x="124" y="125"/>
                    <a:pt x="123" y="125"/>
                  </a:cubicBezTo>
                  <a:cubicBezTo>
                    <a:pt x="127" y="124"/>
                    <a:pt x="131" y="123"/>
                    <a:pt x="136" y="123"/>
                  </a:cubicBezTo>
                  <a:cubicBezTo>
                    <a:pt x="139" y="123"/>
                    <a:pt x="141" y="123"/>
                    <a:pt x="143" y="124"/>
                  </a:cubicBezTo>
                  <a:cubicBezTo>
                    <a:pt x="140" y="122"/>
                    <a:pt x="136" y="121"/>
                    <a:pt x="131" y="121"/>
                  </a:cubicBezTo>
                  <a:cubicBezTo>
                    <a:pt x="128" y="121"/>
                    <a:pt x="125" y="121"/>
                    <a:pt x="122" y="122"/>
                  </a:cubicBezTo>
                  <a:close/>
                  <a:moveTo>
                    <a:pt x="72" y="109"/>
                  </a:moveTo>
                  <a:cubicBezTo>
                    <a:pt x="77" y="109"/>
                    <a:pt x="81" y="115"/>
                    <a:pt x="81" y="120"/>
                  </a:cubicBezTo>
                  <a:cubicBezTo>
                    <a:pt x="81" y="121"/>
                    <a:pt x="81" y="122"/>
                    <a:pt x="81" y="123"/>
                  </a:cubicBezTo>
                  <a:cubicBezTo>
                    <a:pt x="82" y="121"/>
                    <a:pt x="82" y="118"/>
                    <a:pt x="81" y="114"/>
                  </a:cubicBezTo>
                  <a:cubicBezTo>
                    <a:pt x="79" y="110"/>
                    <a:pt x="75" y="108"/>
                    <a:pt x="71" y="109"/>
                  </a:cubicBezTo>
                  <a:cubicBezTo>
                    <a:pt x="72" y="109"/>
                    <a:pt x="72" y="109"/>
                    <a:pt x="72" y="109"/>
                  </a:cubicBezTo>
                  <a:close/>
                  <a:moveTo>
                    <a:pt x="36" y="65"/>
                  </a:moveTo>
                  <a:cubicBezTo>
                    <a:pt x="36" y="69"/>
                    <a:pt x="34" y="72"/>
                    <a:pt x="32" y="74"/>
                  </a:cubicBezTo>
                  <a:cubicBezTo>
                    <a:pt x="32" y="75"/>
                    <a:pt x="31" y="76"/>
                    <a:pt x="31" y="77"/>
                  </a:cubicBezTo>
                  <a:cubicBezTo>
                    <a:pt x="34" y="77"/>
                    <a:pt x="36" y="74"/>
                    <a:pt x="36" y="73"/>
                  </a:cubicBezTo>
                  <a:cubicBezTo>
                    <a:pt x="37" y="70"/>
                    <a:pt x="37" y="67"/>
                    <a:pt x="36" y="65"/>
                  </a:cubicBezTo>
                  <a:close/>
                  <a:moveTo>
                    <a:pt x="28" y="63"/>
                  </a:moveTo>
                  <a:cubicBezTo>
                    <a:pt x="27" y="65"/>
                    <a:pt x="27" y="69"/>
                    <a:pt x="27" y="72"/>
                  </a:cubicBezTo>
                  <a:cubicBezTo>
                    <a:pt x="27" y="73"/>
                    <a:pt x="28" y="73"/>
                    <a:pt x="28" y="74"/>
                  </a:cubicBezTo>
                  <a:cubicBezTo>
                    <a:pt x="30" y="71"/>
                    <a:pt x="32" y="67"/>
                    <a:pt x="31" y="65"/>
                  </a:cubicBezTo>
                  <a:cubicBezTo>
                    <a:pt x="30" y="64"/>
                    <a:pt x="30" y="63"/>
                    <a:pt x="28" y="63"/>
                  </a:cubicBezTo>
                  <a:close/>
                  <a:moveTo>
                    <a:pt x="32" y="36"/>
                  </a:moveTo>
                  <a:cubicBezTo>
                    <a:pt x="31" y="39"/>
                    <a:pt x="30" y="42"/>
                    <a:pt x="29" y="44"/>
                  </a:cubicBezTo>
                  <a:cubicBezTo>
                    <a:pt x="28" y="48"/>
                    <a:pt x="27" y="51"/>
                    <a:pt x="28" y="55"/>
                  </a:cubicBezTo>
                  <a:cubicBezTo>
                    <a:pt x="28" y="53"/>
                    <a:pt x="29" y="51"/>
                    <a:pt x="29" y="49"/>
                  </a:cubicBezTo>
                  <a:cubicBezTo>
                    <a:pt x="31" y="45"/>
                    <a:pt x="32" y="41"/>
                    <a:pt x="32" y="3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4" name="Freeform 47"/>
            <p:cNvSpPr>
              <a:spLocks noEditPoints="1"/>
            </p:cNvSpPr>
            <p:nvPr/>
          </p:nvSpPr>
          <p:spPr bwMode="auto">
            <a:xfrm rot="16200000" flipV="1">
              <a:off x="11076843" y="5321082"/>
              <a:ext cx="508476" cy="519485"/>
            </a:xfrm>
            <a:custGeom>
              <a:avLst/>
              <a:gdLst>
                <a:gd name="T0" fmla="*/ 50 w 161"/>
                <a:gd name="T1" fmla="*/ 8 h 146"/>
                <a:gd name="T2" fmla="*/ 60 w 161"/>
                <a:gd name="T3" fmla="*/ 25 h 146"/>
                <a:gd name="T4" fmla="*/ 54 w 161"/>
                <a:gd name="T5" fmla="*/ 17 h 146"/>
                <a:gd name="T6" fmla="*/ 63 w 161"/>
                <a:gd name="T7" fmla="*/ 34 h 146"/>
                <a:gd name="T8" fmla="*/ 49 w 161"/>
                <a:gd name="T9" fmla="*/ 37 h 146"/>
                <a:gd name="T10" fmla="*/ 41 w 161"/>
                <a:gd name="T11" fmla="*/ 13 h 146"/>
                <a:gd name="T12" fmla="*/ 16 w 161"/>
                <a:gd name="T13" fmla="*/ 62 h 146"/>
                <a:gd name="T14" fmla="*/ 34 w 161"/>
                <a:gd name="T15" fmla="*/ 92 h 146"/>
                <a:gd name="T16" fmla="*/ 27 w 161"/>
                <a:gd name="T17" fmla="*/ 146 h 146"/>
                <a:gd name="T18" fmla="*/ 33 w 161"/>
                <a:gd name="T19" fmla="*/ 104 h 146"/>
                <a:gd name="T20" fmla="*/ 26 w 161"/>
                <a:gd name="T21" fmla="*/ 102 h 146"/>
                <a:gd name="T22" fmla="*/ 30 w 161"/>
                <a:gd name="T23" fmla="*/ 101 h 146"/>
                <a:gd name="T24" fmla="*/ 4 w 161"/>
                <a:gd name="T25" fmla="*/ 60 h 146"/>
                <a:gd name="T26" fmla="*/ 41 w 161"/>
                <a:gd name="T27" fmla="*/ 10 h 146"/>
                <a:gd name="T28" fmla="*/ 51 w 161"/>
                <a:gd name="T29" fmla="*/ 4 h 146"/>
                <a:gd name="T30" fmla="*/ 145 w 161"/>
                <a:gd name="T31" fmla="*/ 13 h 146"/>
                <a:gd name="T32" fmla="*/ 142 w 161"/>
                <a:gd name="T33" fmla="*/ 0 h 146"/>
                <a:gd name="T34" fmla="*/ 141 w 161"/>
                <a:gd name="T35" fmla="*/ 33 h 146"/>
                <a:gd name="T36" fmla="*/ 50 w 161"/>
                <a:gd name="T37" fmla="*/ 8 h 146"/>
                <a:gd name="T38" fmla="*/ 137 w 161"/>
                <a:gd name="T39" fmla="*/ 31 h 146"/>
                <a:gd name="T40" fmla="*/ 148 w 161"/>
                <a:gd name="T41" fmla="*/ 16 h 146"/>
                <a:gd name="T42" fmla="*/ 70 w 161"/>
                <a:gd name="T43" fmla="*/ 8 h 146"/>
                <a:gd name="T44" fmla="*/ 137 w 161"/>
                <a:gd name="T45" fmla="*/ 31 h 146"/>
                <a:gd name="T46" fmla="*/ 26 w 161"/>
                <a:gd name="T47" fmla="*/ 84 h 146"/>
                <a:gd name="T48" fmla="*/ 22 w 161"/>
                <a:gd name="T49" fmla="*/ 16 h 146"/>
                <a:gd name="T50" fmla="*/ 26 w 161"/>
                <a:gd name="T51" fmla="*/ 84 h 146"/>
                <a:gd name="T52" fmla="*/ 57 w 161"/>
                <a:gd name="T53" fmla="*/ 28 h 146"/>
                <a:gd name="T54" fmla="*/ 46 w 161"/>
                <a:gd name="T55" fmla="*/ 16 h 146"/>
                <a:gd name="T56" fmla="*/ 57 w 161"/>
                <a:gd name="T57" fmla="*/ 28 h 146"/>
                <a:gd name="T58" fmla="*/ 57 w 161"/>
                <a:gd name="T59" fmla="*/ 31 h 146"/>
                <a:gd name="T60" fmla="*/ 46 w 161"/>
                <a:gd name="T61" fmla="*/ 28 h 146"/>
                <a:gd name="T62" fmla="*/ 57 w 161"/>
                <a:gd name="T63" fmla="*/ 31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1" h="146">
                  <a:moveTo>
                    <a:pt x="50" y="8"/>
                  </a:moveTo>
                  <a:cubicBezTo>
                    <a:pt x="55" y="14"/>
                    <a:pt x="53" y="20"/>
                    <a:pt x="60" y="25"/>
                  </a:cubicBezTo>
                  <a:cubicBezTo>
                    <a:pt x="62" y="23"/>
                    <a:pt x="58" y="18"/>
                    <a:pt x="54" y="17"/>
                  </a:cubicBezTo>
                  <a:cubicBezTo>
                    <a:pt x="64" y="13"/>
                    <a:pt x="65" y="25"/>
                    <a:pt x="63" y="34"/>
                  </a:cubicBezTo>
                  <a:cubicBezTo>
                    <a:pt x="59" y="36"/>
                    <a:pt x="55" y="37"/>
                    <a:pt x="49" y="37"/>
                  </a:cubicBezTo>
                  <a:cubicBezTo>
                    <a:pt x="43" y="31"/>
                    <a:pt x="43" y="19"/>
                    <a:pt x="41" y="13"/>
                  </a:cubicBezTo>
                  <a:cubicBezTo>
                    <a:pt x="14" y="14"/>
                    <a:pt x="9" y="41"/>
                    <a:pt x="16" y="62"/>
                  </a:cubicBezTo>
                  <a:cubicBezTo>
                    <a:pt x="19" y="72"/>
                    <a:pt x="30" y="81"/>
                    <a:pt x="34" y="92"/>
                  </a:cubicBezTo>
                  <a:cubicBezTo>
                    <a:pt x="41" y="111"/>
                    <a:pt x="38" y="129"/>
                    <a:pt x="27" y="146"/>
                  </a:cubicBezTo>
                  <a:cubicBezTo>
                    <a:pt x="28" y="137"/>
                    <a:pt x="39" y="121"/>
                    <a:pt x="33" y="104"/>
                  </a:cubicBezTo>
                  <a:cubicBezTo>
                    <a:pt x="31" y="102"/>
                    <a:pt x="29" y="102"/>
                    <a:pt x="26" y="102"/>
                  </a:cubicBezTo>
                  <a:cubicBezTo>
                    <a:pt x="26" y="100"/>
                    <a:pt x="28" y="101"/>
                    <a:pt x="30" y="101"/>
                  </a:cubicBezTo>
                  <a:cubicBezTo>
                    <a:pt x="28" y="89"/>
                    <a:pt x="7" y="79"/>
                    <a:pt x="4" y="60"/>
                  </a:cubicBezTo>
                  <a:cubicBezTo>
                    <a:pt x="1" y="34"/>
                    <a:pt x="12" y="6"/>
                    <a:pt x="41" y="10"/>
                  </a:cubicBezTo>
                  <a:cubicBezTo>
                    <a:pt x="45" y="9"/>
                    <a:pt x="47" y="5"/>
                    <a:pt x="51" y="4"/>
                  </a:cubicBezTo>
                  <a:cubicBezTo>
                    <a:pt x="86" y="1"/>
                    <a:pt x="128" y="46"/>
                    <a:pt x="145" y="13"/>
                  </a:cubicBezTo>
                  <a:cubicBezTo>
                    <a:pt x="146" y="6"/>
                    <a:pt x="144" y="3"/>
                    <a:pt x="142" y="0"/>
                  </a:cubicBezTo>
                  <a:cubicBezTo>
                    <a:pt x="161" y="2"/>
                    <a:pt x="149" y="29"/>
                    <a:pt x="141" y="33"/>
                  </a:cubicBezTo>
                  <a:cubicBezTo>
                    <a:pt x="111" y="47"/>
                    <a:pt x="71" y="4"/>
                    <a:pt x="50" y="8"/>
                  </a:cubicBezTo>
                  <a:close/>
                  <a:moveTo>
                    <a:pt x="137" y="31"/>
                  </a:moveTo>
                  <a:cubicBezTo>
                    <a:pt x="142" y="29"/>
                    <a:pt x="151" y="17"/>
                    <a:pt x="148" y="16"/>
                  </a:cubicBezTo>
                  <a:cubicBezTo>
                    <a:pt x="130" y="43"/>
                    <a:pt x="93" y="14"/>
                    <a:pt x="70" y="8"/>
                  </a:cubicBezTo>
                  <a:cubicBezTo>
                    <a:pt x="87" y="21"/>
                    <a:pt x="105" y="33"/>
                    <a:pt x="137" y="31"/>
                  </a:cubicBezTo>
                  <a:close/>
                  <a:moveTo>
                    <a:pt x="26" y="84"/>
                  </a:moveTo>
                  <a:cubicBezTo>
                    <a:pt x="10" y="71"/>
                    <a:pt x="7" y="27"/>
                    <a:pt x="22" y="16"/>
                  </a:cubicBezTo>
                  <a:cubicBezTo>
                    <a:pt x="0" y="29"/>
                    <a:pt x="5" y="78"/>
                    <a:pt x="26" y="84"/>
                  </a:cubicBezTo>
                  <a:close/>
                  <a:moveTo>
                    <a:pt x="57" y="28"/>
                  </a:moveTo>
                  <a:cubicBezTo>
                    <a:pt x="55" y="22"/>
                    <a:pt x="53" y="16"/>
                    <a:pt x="46" y="16"/>
                  </a:cubicBezTo>
                  <a:cubicBezTo>
                    <a:pt x="46" y="23"/>
                    <a:pt x="50" y="27"/>
                    <a:pt x="57" y="28"/>
                  </a:cubicBezTo>
                  <a:close/>
                  <a:moveTo>
                    <a:pt x="57" y="31"/>
                  </a:moveTo>
                  <a:cubicBezTo>
                    <a:pt x="51" y="33"/>
                    <a:pt x="49" y="24"/>
                    <a:pt x="46" y="28"/>
                  </a:cubicBezTo>
                  <a:cubicBezTo>
                    <a:pt x="47" y="31"/>
                    <a:pt x="56" y="40"/>
                    <a:pt x="57" y="3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5" name="Freeform 48"/>
            <p:cNvSpPr>
              <a:spLocks noEditPoints="1"/>
            </p:cNvSpPr>
            <p:nvPr/>
          </p:nvSpPr>
          <p:spPr bwMode="auto">
            <a:xfrm rot="16200000" flipV="1">
              <a:off x="11093207" y="5321324"/>
              <a:ext cx="470728" cy="534543"/>
            </a:xfrm>
            <a:custGeom>
              <a:avLst/>
              <a:gdLst>
                <a:gd name="T0" fmla="*/ 81 w 150"/>
                <a:gd name="T1" fmla="*/ 22 h 150"/>
                <a:gd name="T2" fmla="*/ 52 w 150"/>
                <a:gd name="T3" fmla="*/ 17 h 150"/>
                <a:gd name="T4" fmla="*/ 60 w 150"/>
                <a:gd name="T5" fmla="*/ 35 h 150"/>
                <a:gd name="T6" fmla="*/ 45 w 150"/>
                <a:gd name="T7" fmla="*/ 39 h 150"/>
                <a:gd name="T8" fmla="*/ 39 w 150"/>
                <a:gd name="T9" fmla="*/ 20 h 150"/>
                <a:gd name="T10" fmla="*/ 14 w 150"/>
                <a:gd name="T11" fmla="*/ 63 h 150"/>
                <a:gd name="T12" fmla="*/ 25 w 150"/>
                <a:gd name="T13" fmla="*/ 148 h 150"/>
                <a:gd name="T14" fmla="*/ 26 w 150"/>
                <a:gd name="T15" fmla="*/ 137 h 150"/>
                <a:gd name="T16" fmla="*/ 23 w 150"/>
                <a:gd name="T17" fmla="*/ 104 h 150"/>
                <a:gd name="T18" fmla="*/ 26 w 150"/>
                <a:gd name="T19" fmla="*/ 101 h 150"/>
                <a:gd name="T20" fmla="*/ 1 w 150"/>
                <a:gd name="T21" fmla="*/ 61 h 150"/>
                <a:gd name="T22" fmla="*/ 38 w 150"/>
                <a:gd name="T23" fmla="*/ 10 h 150"/>
                <a:gd name="T24" fmla="*/ 91 w 150"/>
                <a:gd name="T25" fmla="*/ 16 h 150"/>
                <a:gd name="T26" fmla="*/ 139 w 150"/>
                <a:gd name="T27" fmla="*/ 2 h 150"/>
                <a:gd name="T28" fmla="*/ 150 w 150"/>
                <a:gd name="T29" fmla="*/ 12 h 150"/>
                <a:gd name="T30" fmla="*/ 82 w 150"/>
                <a:gd name="T31" fmla="*/ 20 h 150"/>
                <a:gd name="T32" fmla="*/ 141 w 150"/>
                <a:gd name="T33" fmla="*/ 2 h 150"/>
                <a:gd name="T34" fmla="*/ 143 w 150"/>
                <a:gd name="T35" fmla="*/ 14 h 150"/>
                <a:gd name="T36" fmla="*/ 44 w 150"/>
                <a:gd name="T37" fmla="*/ 9 h 150"/>
                <a:gd name="T38" fmla="*/ 38 w 150"/>
                <a:gd name="T39" fmla="*/ 12 h 150"/>
                <a:gd name="T40" fmla="*/ 2 w 150"/>
                <a:gd name="T41" fmla="*/ 60 h 150"/>
                <a:gd name="T42" fmla="*/ 28 w 150"/>
                <a:gd name="T43" fmla="*/ 102 h 150"/>
                <a:gd name="T44" fmla="*/ 30 w 150"/>
                <a:gd name="T45" fmla="*/ 104 h 150"/>
                <a:gd name="T46" fmla="*/ 32 w 150"/>
                <a:gd name="T47" fmla="*/ 116 h 150"/>
                <a:gd name="T48" fmla="*/ 31 w 150"/>
                <a:gd name="T49" fmla="*/ 93 h 150"/>
                <a:gd name="T50" fmla="*/ 11 w 150"/>
                <a:gd name="T51" fmla="*/ 61 h 150"/>
                <a:gd name="T52" fmla="*/ 23 w 150"/>
                <a:gd name="T53" fmla="*/ 85 h 150"/>
                <a:gd name="T54" fmla="*/ 19 w 150"/>
                <a:gd name="T55" fmla="*/ 17 h 150"/>
                <a:gd name="T56" fmla="*/ 39 w 150"/>
                <a:gd name="T57" fmla="*/ 13 h 150"/>
                <a:gd name="T58" fmla="*/ 42 w 150"/>
                <a:gd name="T59" fmla="*/ 29 h 150"/>
                <a:gd name="T60" fmla="*/ 48 w 150"/>
                <a:gd name="T61" fmla="*/ 29 h 150"/>
                <a:gd name="T62" fmla="*/ 55 w 150"/>
                <a:gd name="T63" fmla="*/ 32 h 150"/>
                <a:gd name="T64" fmla="*/ 42 w 150"/>
                <a:gd name="T65" fmla="*/ 30 h 150"/>
                <a:gd name="T66" fmla="*/ 60 w 150"/>
                <a:gd name="T67" fmla="*/ 27 h 150"/>
                <a:gd name="T68" fmla="*/ 58 w 150"/>
                <a:gd name="T69" fmla="*/ 25 h 150"/>
                <a:gd name="T70" fmla="*/ 56 w 150"/>
                <a:gd name="T71" fmla="*/ 27 h 150"/>
                <a:gd name="T72" fmla="*/ 50 w 150"/>
                <a:gd name="T73" fmla="*/ 18 h 150"/>
                <a:gd name="T74" fmla="*/ 45 w 150"/>
                <a:gd name="T75" fmla="*/ 9 h 150"/>
                <a:gd name="T76" fmla="*/ 57 w 150"/>
                <a:gd name="T77" fmla="*/ 25 h 150"/>
                <a:gd name="T78" fmla="*/ 53 w 150"/>
                <a:gd name="T79" fmla="*/ 33 h 150"/>
                <a:gd name="T80" fmla="*/ 44 w 150"/>
                <a:gd name="T81" fmla="*/ 29 h 150"/>
                <a:gd name="T82" fmla="*/ 8 w 150"/>
                <a:gd name="T83" fmla="*/ 46 h 150"/>
                <a:gd name="T84" fmla="*/ 146 w 150"/>
                <a:gd name="T85" fmla="*/ 18 h 150"/>
                <a:gd name="T86" fmla="*/ 134 w 150"/>
                <a:gd name="T87" fmla="*/ 33 h 150"/>
                <a:gd name="T88" fmla="*/ 67 w 150"/>
                <a:gd name="T89" fmla="*/ 9 h 150"/>
                <a:gd name="T90" fmla="*/ 145 w 150"/>
                <a:gd name="T91" fmla="*/ 16 h 150"/>
                <a:gd name="T92" fmla="*/ 133 w 150"/>
                <a:gd name="T93" fmla="*/ 31 h 150"/>
                <a:gd name="T94" fmla="*/ 71 w 150"/>
                <a:gd name="T95" fmla="*/ 11 h 150"/>
                <a:gd name="T96" fmla="*/ 54 w 150"/>
                <a:gd name="T97" fmla="*/ 30 h 150"/>
                <a:gd name="T98" fmla="*/ 43 w 150"/>
                <a:gd name="T99" fmla="*/ 16 h 150"/>
                <a:gd name="T100" fmla="*/ 43 w 150"/>
                <a:gd name="T101" fmla="*/ 1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0" h="150">
                  <a:moveTo>
                    <a:pt x="150" y="12"/>
                  </a:moveTo>
                  <a:cubicBezTo>
                    <a:pt x="150" y="20"/>
                    <a:pt x="143" y="32"/>
                    <a:pt x="138" y="34"/>
                  </a:cubicBezTo>
                  <a:cubicBezTo>
                    <a:pt x="120" y="43"/>
                    <a:pt x="99" y="32"/>
                    <a:pt x="81" y="22"/>
                  </a:cubicBezTo>
                  <a:cubicBezTo>
                    <a:pt x="69" y="15"/>
                    <a:pt x="57" y="9"/>
                    <a:pt x="48" y="10"/>
                  </a:cubicBezTo>
                  <a:cubicBezTo>
                    <a:pt x="50" y="12"/>
                    <a:pt x="51" y="15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4" y="16"/>
                    <a:pt x="56" y="16"/>
                    <a:pt x="58" y="17"/>
                  </a:cubicBezTo>
                  <a:cubicBezTo>
                    <a:pt x="61" y="19"/>
                    <a:pt x="61" y="24"/>
                    <a:pt x="61" y="27"/>
                  </a:cubicBezTo>
                  <a:cubicBezTo>
                    <a:pt x="61" y="30"/>
                    <a:pt x="61" y="33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7" y="38"/>
                    <a:pt x="52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1" y="34"/>
                    <a:pt x="40" y="26"/>
                    <a:pt x="39" y="20"/>
                  </a:cubicBezTo>
                  <a:cubicBezTo>
                    <a:pt x="39" y="18"/>
                    <a:pt x="38" y="16"/>
                    <a:pt x="38" y="14"/>
                  </a:cubicBezTo>
                  <a:cubicBezTo>
                    <a:pt x="21" y="15"/>
                    <a:pt x="11" y="27"/>
                    <a:pt x="11" y="47"/>
                  </a:cubicBezTo>
                  <a:cubicBezTo>
                    <a:pt x="11" y="52"/>
                    <a:pt x="12" y="58"/>
                    <a:pt x="14" y="63"/>
                  </a:cubicBezTo>
                  <a:cubicBezTo>
                    <a:pt x="15" y="68"/>
                    <a:pt x="18" y="72"/>
                    <a:pt x="22" y="77"/>
                  </a:cubicBezTo>
                  <a:cubicBezTo>
                    <a:pt x="26" y="82"/>
                    <a:pt x="30" y="87"/>
                    <a:pt x="32" y="93"/>
                  </a:cubicBezTo>
                  <a:cubicBezTo>
                    <a:pt x="39" y="111"/>
                    <a:pt x="36" y="130"/>
                    <a:pt x="25" y="148"/>
                  </a:cubicBezTo>
                  <a:cubicBezTo>
                    <a:pt x="23" y="150"/>
                    <a:pt x="23" y="150"/>
                    <a:pt x="23" y="150"/>
                  </a:cubicBezTo>
                  <a:cubicBezTo>
                    <a:pt x="23" y="147"/>
                    <a:pt x="23" y="147"/>
                    <a:pt x="23" y="147"/>
                  </a:cubicBezTo>
                  <a:cubicBezTo>
                    <a:pt x="24" y="144"/>
                    <a:pt x="25" y="141"/>
                    <a:pt x="26" y="137"/>
                  </a:cubicBezTo>
                  <a:cubicBezTo>
                    <a:pt x="28" y="131"/>
                    <a:pt x="31" y="123"/>
                    <a:pt x="31" y="116"/>
                  </a:cubicBezTo>
                  <a:cubicBezTo>
                    <a:pt x="31" y="112"/>
                    <a:pt x="30" y="108"/>
                    <a:pt x="29" y="105"/>
                  </a:cubicBezTo>
                  <a:cubicBezTo>
                    <a:pt x="28" y="104"/>
                    <a:pt x="26" y="104"/>
                    <a:pt x="23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2" y="103"/>
                    <a:pt x="22" y="103"/>
                    <a:pt x="22" y="103"/>
                  </a:cubicBezTo>
                  <a:cubicBezTo>
                    <a:pt x="22" y="101"/>
                    <a:pt x="24" y="101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5" y="97"/>
                    <a:pt x="21" y="93"/>
                    <a:pt x="17" y="88"/>
                  </a:cubicBezTo>
                  <a:cubicBezTo>
                    <a:pt x="10" y="81"/>
                    <a:pt x="2" y="72"/>
                    <a:pt x="1" y="61"/>
                  </a:cubicBezTo>
                  <a:cubicBezTo>
                    <a:pt x="0" y="58"/>
                    <a:pt x="0" y="55"/>
                    <a:pt x="0" y="52"/>
                  </a:cubicBezTo>
                  <a:cubicBezTo>
                    <a:pt x="0" y="37"/>
                    <a:pt x="5" y="24"/>
                    <a:pt x="13" y="17"/>
                  </a:cubicBezTo>
                  <a:cubicBezTo>
                    <a:pt x="20" y="11"/>
                    <a:pt x="28" y="9"/>
                    <a:pt x="38" y="10"/>
                  </a:cubicBezTo>
                  <a:cubicBezTo>
                    <a:pt x="40" y="10"/>
                    <a:pt x="41" y="9"/>
                    <a:pt x="43" y="7"/>
                  </a:cubicBezTo>
                  <a:cubicBezTo>
                    <a:pt x="44" y="6"/>
                    <a:pt x="46" y="5"/>
                    <a:pt x="48" y="4"/>
                  </a:cubicBezTo>
                  <a:cubicBezTo>
                    <a:pt x="62" y="3"/>
                    <a:pt x="77" y="9"/>
                    <a:pt x="91" y="16"/>
                  </a:cubicBezTo>
                  <a:cubicBezTo>
                    <a:pt x="113" y="25"/>
                    <a:pt x="131" y="33"/>
                    <a:pt x="141" y="13"/>
                  </a:cubicBezTo>
                  <a:cubicBezTo>
                    <a:pt x="142" y="12"/>
                    <a:pt x="142" y="11"/>
                    <a:pt x="142" y="10"/>
                  </a:cubicBezTo>
                  <a:cubicBezTo>
                    <a:pt x="142" y="7"/>
                    <a:pt x="140" y="4"/>
                    <a:pt x="139" y="2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6" y="1"/>
                    <a:pt x="150" y="5"/>
                    <a:pt x="150" y="12"/>
                  </a:cubicBezTo>
                  <a:close/>
                  <a:moveTo>
                    <a:pt x="45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56" y="7"/>
                    <a:pt x="68" y="13"/>
                    <a:pt x="82" y="20"/>
                  </a:cubicBezTo>
                  <a:cubicBezTo>
                    <a:pt x="100" y="30"/>
                    <a:pt x="120" y="41"/>
                    <a:pt x="138" y="33"/>
                  </a:cubicBezTo>
                  <a:cubicBezTo>
                    <a:pt x="142" y="31"/>
                    <a:pt x="148" y="20"/>
                    <a:pt x="148" y="12"/>
                  </a:cubicBezTo>
                  <a:cubicBezTo>
                    <a:pt x="148" y="8"/>
                    <a:pt x="147" y="3"/>
                    <a:pt x="141" y="2"/>
                  </a:cubicBezTo>
                  <a:cubicBezTo>
                    <a:pt x="142" y="4"/>
                    <a:pt x="143" y="7"/>
                    <a:pt x="143" y="10"/>
                  </a:cubicBezTo>
                  <a:cubicBezTo>
                    <a:pt x="143" y="11"/>
                    <a:pt x="143" y="13"/>
                    <a:pt x="143" y="14"/>
                  </a:cubicBezTo>
                  <a:cubicBezTo>
                    <a:pt x="143" y="14"/>
                    <a:pt x="143" y="14"/>
                    <a:pt x="143" y="14"/>
                  </a:cubicBezTo>
                  <a:cubicBezTo>
                    <a:pt x="132" y="35"/>
                    <a:pt x="112" y="26"/>
                    <a:pt x="91" y="17"/>
                  </a:cubicBezTo>
                  <a:cubicBezTo>
                    <a:pt x="76" y="11"/>
                    <a:pt x="62" y="5"/>
                    <a:pt x="48" y="6"/>
                  </a:cubicBezTo>
                  <a:cubicBezTo>
                    <a:pt x="46" y="6"/>
                    <a:pt x="45" y="7"/>
                    <a:pt x="44" y="9"/>
                  </a:cubicBezTo>
                  <a:cubicBezTo>
                    <a:pt x="42" y="10"/>
                    <a:pt x="41" y="11"/>
                    <a:pt x="3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0"/>
                    <a:pt x="20" y="13"/>
                    <a:pt x="14" y="18"/>
                  </a:cubicBezTo>
                  <a:cubicBezTo>
                    <a:pt x="6" y="25"/>
                    <a:pt x="2" y="37"/>
                    <a:pt x="2" y="52"/>
                  </a:cubicBezTo>
                  <a:cubicBezTo>
                    <a:pt x="2" y="55"/>
                    <a:pt x="2" y="58"/>
                    <a:pt x="2" y="60"/>
                  </a:cubicBezTo>
                  <a:cubicBezTo>
                    <a:pt x="4" y="72"/>
                    <a:pt x="11" y="80"/>
                    <a:pt x="18" y="87"/>
                  </a:cubicBezTo>
                  <a:cubicBezTo>
                    <a:pt x="23" y="92"/>
                    <a:pt x="27" y="97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8" y="103"/>
                    <a:pt x="29" y="103"/>
                    <a:pt x="30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2" y="108"/>
                    <a:pt x="32" y="112"/>
                    <a:pt x="32" y="116"/>
                  </a:cubicBezTo>
                  <a:cubicBezTo>
                    <a:pt x="32" y="124"/>
                    <a:pt x="30" y="131"/>
                    <a:pt x="28" y="138"/>
                  </a:cubicBezTo>
                  <a:cubicBezTo>
                    <a:pt x="27" y="140"/>
                    <a:pt x="26" y="141"/>
                    <a:pt x="26" y="143"/>
                  </a:cubicBezTo>
                  <a:cubicBezTo>
                    <a:pt x="35" y="127"/>
                    <a:pt x="37" y="110"/>
                    <a:pt x="31" y="93"/>
                  </a:cubicBezTo>
                  <a:cubicBezTo>
                    <a:pt x="28" y="88"/>
                    <a:pt x="25" y="83"/>
                    <a:pt x="21" y="78"/>
                  </a:cubicBezTo>
                  <a:cubicBezTo>
                    <a:pt x="17" y="73"/>
                    <a:pt x="14" y="69"/>
                    <a:pt x="12" y="64"/>
                  </a:cubicBezTo>
                  <a:cubicBezTo>
                    <a:pt x="12" y="63"/>
                    <a:pt x="12" y="62"/>
                    <a:pt x="11" y="61"/>
                  </a:cubicBezTo>
                  <a:cubicBezTo>
                    <a:pt x="13" y="71"/>
                    <a:pt x="17" y="79"/>
                    <a:pt x="23" y="84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10" y="82"/>
                    <a:pt x="4" y="64"/>
                    <a:pt x="4" y="49"/>
                  </a:cubicBezTo>
                  <a:cubicBezTo>
                    <a:pt x="4" y="34"/>
                    <a:pt x="9" y="21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5" y="21"/>
                    <a:pt x="12" y="28"/>
                    <a:pt x="10" y="37"/>
                  </a:cubicBezTo>
                  <a:cubicBezTo>
                    <a:pt x="13" y="22"/>
                    <a:pt x="23" y="14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40" y="15"/>
                    <a:pt x="40" y="18"/>
                    <a:pt x="40" y="20"/>
                  </a:cubicBezTo>
                  <a:cubicBezTo>
                    <a:pt x="41" y="23"/>
                    <a:pt x="41" y="26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8"/>
                    <a:pt x="44" y="27"/>
                    <a:pt x="44" y="27"/>
                  </a:cubicBezTo>
                  <a:cubicBezTo>
                    <a:pt x="46" y="27"/>
                    <a:pt x="47" y="28"/>
                    <a:pt x="48" y="29"/>
                  </a:cubicBezTo>
                  <a:cubicBezTo>
                    <a:pt x="50" y="31"/>
                    <a:pt x="52" y="32"/>
                    <a:pt x="54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5"/>
                    <a:pt x="53" y="36"/>
                    <a:pt x="52" y="37"/>
                  </a:cubicBezTo>
                  <a:cubicBezTo>
                    <a:pt x="48" y="38"/>
                    <a:pt x="43" y="32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3"/>
                    <a:pt x="44" y="35"/>
                    <a:pt x="46" y="37"/>
                  </a:cubicBezTo>
                  <a:cubicBezTo>
                    <a:pt x="52" y="38"/>
                    <a:pt x="56" y="37"/>
                    <a:pt x="59" y="35"/>
                  </a:cubicBezTo>
                  <a:cubicBezTo>
                    <a:pt x="60" y="32"/>
                    <a:pt x="60" y="30"/>
                    <a:pt x="60" y="27"/>
                  </a:cubicBezTo>
                  <a:cubicBezTo>
                    <a:pt x="60" y="23"/>
                    <a:pt x="59" y="20"/>
                    <a:pt x="57" y="18"/>
                  </a:cubicBezTo>
                  <a:cubicBezTo>
                    <a:pt x="56" y="18"/>
                    <a:pt x="55" y="18"/>
                    <a:pt x="53" y="18"/>
                  </a:cubicBezTo>
                  <a:cubicBezTo>
                    <a:pt x="56" y="19"/>
                    <a:pt x="58" y="22"/>
                    <a:pt x="58" y="25"/>
                  </a:cubicBezTo>
                  <a:cubicBezTo>
                    <a:pt x="58" y="26"/>
                    <a:pt x="58" y="26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3" y="24"/>
                    <a:pt x="52" y="21"/>
                    <a:pt x="51" y="19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9" y="12"/>
                    <a:pt x="46" y="10"/>
                  </a:cubicBezTo>
                  <a:lnTo>
                    <a:pt x="45" y="9"/>
                  </a:lnTo>
                  <a:close/>
                  <a:moveTo>
                    <a:pt x="57" y="25"/>
                  </a:moveTo>
                  <a:cubicBezTo>
                    <a:pt x="57" y="24"/>
                    <a:pt x="55" y="21"/>
                    <a:pt x="53" y="19"/>
                  </a:cubicBezTo>
                  <a:cubicBezTo>
                    <a:pt x="53" y="21"/>
                    <a:pt x="54" y="23"/>
                    <a:pt x="57" y="25"/>
                  </a:cubicBezTo>
                  <a:close/>
                  <a:moveTo>
                    <a:pt x="44" y="29"/>
                  </a:moveTo>
                  <a:cubicBezTo>
                    <a:pt x="45" y="32"/>
                    <a:pt x="49" y="36"/>
                    <a:pt x="51" y="35"/>
                  </a:cubicBezTo>
                  <a:cubicBezTo>
                    <a:pt x="52" y="35"/>
                    <a:pt x="53" y="34"/>
                    <a:pt x="53" y="33"/>
                  </a:cubicBezTo>
                  <a:cubicBezTo>
                    <a:pt x="51" y="33"/>
                    <a:pt x="49" y="32"/>
                    <a:pt x="47" y="30"/>
                  </a:cubicBezTo>
                  <a:cubicBezTo>
                    <a:pt x="46" y="30"/>
                    <a:pt x="45" y="29"/>
                    <a:pt x="45" y="29"/>
                  </a:cubicBezTo>
                  <a:cubicBezTo>
                    <a:pt x="44" y="29"/>
                    <a:pt x="44" y="29"/>
                    <a:pt x="44" y="29"/>
                  </a:cubicBezTo>
                  <a:close/>
                  <a:moveTo>
                    <a:pt x="5" y="49"/>
                  </a:moveTo>
                  <a:cubicBezTo>
                    <a:pt x="5" y="62"/>
                    <a:pt x="10" y="77"/>
                    <a:pt x="19" y="82"/>
                  </a:cubicBezTo>
                  <a:cubicBezTo>
                    <a:pt x="12" y="74"/>
                    <a:pt x="8" y="58"/>
                    <a:pt x="8" y="46"/>
                  </a:cubicBezTo>
                  <a:cubicBezTo>
                    <a:pt x="8" y="36"/>
                    <a:pt x="10" y="28"/>
                    <a:pt x="13" y="22"/>
                  </a:cubicBezTo>
                  <a:cubicBezTo>
                    <a:pt x="8" y="29"/>
                    <a:pt x="5" y="38"/>
                    <a:pt x="5" y="49"/>
                  </a:cubicBezTo>
                  <a:close/>
                  <a:moveTo>
                    <a:pt x="146" y="18"/>
                  </a:moveTo>
                  <a:cubicBezTo>
                    <a:pt x="146" y="18"/>
                    <a:pt x="146" y="18"/>
                    <a:pt x="146" y="18"/>
                  </a:cubicBezTo>
                  <a:cubicBezTo>
                    <a:pt x="146" y="21"/>
                    <a:pt x="139" y="31"/>
                    <a:pt x="134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03" y="35"/>
                    <a:pt x="85" y="24"/>
                    <a:pt x="66" y="1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73" y="10"/>
                    <a:pt x="80" y="13"/>
                    <a:pt x="88" y="17"/>
                  </a:cubicBezTo>
                  <a:cubicBezTo>
                    <a:pt x="108" y="26"/>
                    <a:pt x="131" y="36"/>
                    <a:pt x="144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6" y="16"/>
                    <a:pt x="146" y="16"/>
                    <a:pt x="146" y="18"/>
                  </a:cubicBezTo>
                  <a:close/>
                  <a:moveTo>
                    <a:pt x="133" y="31"/>
                  </a:moveTo>
                  <a:cubicBezTo>
                    <a:pt x="138" y="29"/>
                    <a:pt x="144" y="21"/>
                    <a:pt x="145" y="18"/>
                  </a:cubicBezTo>
                  <a:cubicBezTo>
                    <a:pt x="131" y="37"/>
                    <a:pt x="108" y="27"/>
                    <a:pt x="87" y="18"/>
                  </a:cubicBezTo>
                  <a:cubicBezTo>
                    <a:pt x="81" y="15"/>
                    <a:pt x="76" y="13"/>
                    <a:pt x="71" y="11"/>
                  </a:cubicBezTo>
                  <a:cubicBezTo>
                    <a:pt x="88" y="23"/>
                    <a:pt x="105" y="33"/>
                    <a:pt x="133" y="31"/>
                  </a:cubicBezTo>
                  <a:close/>
                  <a:moveTo>
                    <a:pt x="55" y="3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47" y="29"/>
                    <a:pt x="42" y="25"/>
                    <a:pt x="42" y="17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50" y="17"/>
                    <a:pt x="53" y="23"/>
                    <a:pt x="55" y="29"/>
                  </a:cubicBezTo>
                  <a:lnTo>
                    <a:pt x="55" y="30"/>
                  </a:lnTo>
                  <a:close/>
                  <a:moveTo>
                    <a:pt x="43" y="17"/>
                  </a:moveTo>
                  <a:cubicBezTo>
                    <a:pt x="44" y="24"/>
                    <a:pt x="47" y="27"/>
                    <a:pt x="53" y="28"/>
                  </a:cubicBezTo>
                  <a:cubicBezTo>
                    <a:pt x="51" y="23"/>
                    <a:pt x="49" y="19"/>
                    <a:pt x="43" y="17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6" name="Freeform 49"/>
            <p:cNvSpPr>
              <a:spLocks noEditPoints="1"/>
            </p:cNvSpPr>
            <p:nvPr/>
          </p:nvSpPr>
          <p:spPr bwMode="auto">
            <a:xfrm rot="16200000" flipV="1">
              <a:off x="11051654" y="771453"/>
              <a:ext cx="468508" cy="519485"/>
            </a:xfrm>
            <a:custGeom>
              <a:avLst/>
              <a:gdLst>
                <a:gd name="T0" fmla="*/ 61 w 149"/>
                <a:gd name="T1" fmla="*/ 17 h 146"/>
                <a:gd name="T2" fmla="*/ 70 w 149"/>
                <a:gd name="T3" fmla="*/ 13 h 146"/>
                <a:gd name="T4" fmla="*/ 67 w 149"/>
                <a:gd name="T5" fmla="*/ 22 h 146"/>
                <a:gd name="T6" fmla="*/ 71 w 149"/>
                <a:gd name="T7" fmla="*/ 8 h 146"/>
                <a:gd name="T8" fmla="*/ 77 w 149"/>
                <a:gd name="T9" fmla="*/ 20 h 146"/>
                <a:gd name="T10" fmla="*/ 146 w 149"/>
                <a:gd name="T11" fmla="*/ 39 h 146"/>
                <a:gd name="T12" fmla="*/ 125 w 149"/>
                <a:gd name="T13" fmla="*/ 103 h 146"/>
                <a:gd name="T14" fmla="*/ 146 w 149"/>
                <a:gd name="T15" fmla="*/ 99 h 146"/>
                <a:gd name="T16" fmla="*/ 148 w 149"/>
                <a:gd name="T17" fmla="*/ 120 h 146"/>
                <a:gd name="T18" fmla="*/ 129 w 149"/>
                <a:gd name="T19" fmla="*/ 119 h 146"/>
                <a:gd name="T20" fmla="*/ 141 w 149"/>
                <a:gd name="T21" fmla="*/ 143 h 146"/>
                <a:gd name="T22" fmla="*/ 124 w 149"/>
                <a:gd name="T23" fmla="*/ 108 h 146"/>
                <a:gd name="T24" fmla="*/ 121 w 149"/>
                <a:gd name="T25" fmla="*/ 76 h 146"/>
                <a:gd name="T26" fmla="*/ 132 w 149"/>
                <a:gd name="T27" fmla="*/ 18 h 146"/>
                <a:gd name="T28" fmla="*/ 46 w 149"/>
                <a:gd name="T29" fmla="*/ 31 h 146"/>
                <a:gd name="T30" fmla="*/ 0 w 149"/>
                <a:gd name="T31" fmla="*/ 27 h 146"/>
                <a:gd name="T32" fmla="*/ 60 w 149"/>
                <a:gd name="T33" fmla="*/ 24 h 146"/>
                <a:gd name="T34" fmla="*/ 58 w 149"/>
                <a:gd name="T35" fmla="*/ 11 h 146"/>
                <a:gd name="T36" fmla="*/ 68 w 149"/>
                <a:gd name="T37" fmla="*/ 8 h 146"/>
                <a:gd name="T38" fmla="*/ 61 w 149"/>
                <a:gd name="T39" fmla="*/ 17 h 146"/>
                <a:gd name="T40" fmla="*/ 58 w 149"/>
                <a:gd name="T41" fmla="*/ 27 h 146"/>
                <a:gd name="T42" fmla="*/ 31 w 149"/>
                <a:gd name="T43" fmla="*/ 25 h 146"/>
                <a:gd name="T44" fmla="*/ 58 w 149"/>
                <a:gd name="T45" fmla="*/ 27 h 146"/>
                <a:gd name="T46" fmla="*/ 101 w 149"/>
                <a:gd name="T47" fmla="*/ 11 h 146"/>
                <a:gd name="T48" fmla="*/ 88 w 149"/>
                <a:gd name="T49" fmla="*/ 20 h 146"/>
                <a:gd name="T50" fmla="*/ 101 w 149"/>
                <a:gd name="T51" fmla="*/ 11 h 146"/>
                <a:gd name="T52" fmla="*/ 142 w 149"/>
                <a:gd name="T53" fmla="*/ 32 h 146"/>
                <a:gd name="T54" fmla="*/ 141 w 149"/>
                <a:gd name="T55" fmla="*/ 34 h 146"/>
                <a:gd name="T56" fmla="*/ 122 w 149"/>
                <a:gd name="T57" fmla="*/ 95 h 146"/>
                <a:gd name="T58" fmla="*/ 142 w 149"/>
                <a:gd name="T59" fmla="*/ 32 h 146"/>
                <a:gd name="T60" fmla="*/ 145 w 149"/>
                <a:gd name="T61" fmla="*/ 119 h 146"/>
                <a:gd name="T62" fmla="*/ 142 w 149"/>
                <a:gd name="T63" fmla="*/ 106 h 146"/>
                <a:gd name="T64" fmla="*/ 132 w 149"/>
                <a:gd name="T65" fmla="*/ 106 h 146"/>
                <a:gd name="T66" fmla="*/ 145 w 149"/>
                <a:gd name="T67" fmla="*/ 119 h 146"/>
                <a:gd name="T68" fmla="*/ 146 w 149"/>
                <a:gd name="T69" fmla="*/ 103 h 146"/>
                <a:gd name="T70" fmla="*/ 134 w 149"/>
                <a:gd name="T71" fmla="*/ 103 h 146"/>
                <a:gd name="T72" fmla="*/ 146 w 149"/>
                <a:gd name="T73" fmla="*/ 10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46">
                  <a:moveTo>
                    <a:pt x="61" y="17"/>
                  </a:moveTo>
                  <a:cubicBezTo>
                    <a:pt x="64" y="17"/>
                    <a:pt x="67" y="9"/>
                    <a:pt x="70" y="13"/>
                  </a:cubicBezTo>
                  <a:cubicBezTo>
                    <a:pt x="68" y="15"/>
                    <a:pt x="65" y="17"/>
                    <a:pt x="67" y="22"/>
                  </a:cubicBezTo>
                  <a:cubicBezTo>
                    <a:pt x="78" y="22"/>
                    <a:pt x="72" y="11"/>
                    <a:pt x="71" y="8"/>
                  </a:cubicBezTo>
                  <a:cubicBezTo>
                    <a:pt x="75" y="4"/>
                    <a:pt x="81" y="15"/>
                    <a:pt x="77" y="20"/>
                  </a:cubicBezTo>
                  <a:cubicBezTo>
                    <a:pt x="103" y="0"/>
                    <a:pt x="144" y="7"/>
                    <a:pt x="146" y="39"/>
                  </a:cubicBezTo>
                  <a:cubicBezTo>
                    <a:pt x="148" y="63"/>
                    <a:pt x="123" y="79"/>
                    <a:pt x="125" y="103"/>
                  </a:cubicBezTo>
                  <a:cubicBezTo>
                    <a:pt x="130" y="105"/>
                    <a:pt x="138" y="94"/>
                    <a:pt x="146" y="99"/>
                  </a:cubicBezTo>
                  <a:cubicBezTo>
                    <a:pt x="149" y="104"/>
                    <a:pt x="147" y="114"/>
                    <a:pt x="148" y="120"/>
                  </a:cubicBezTo>
                  <a:cubicBezTo>
                    <a:pt x="142" y="125"/>
                    <a:pt x="135" y="122"/>
                    <a:pt x="129" y="119"/>
                  </a:cubicBezTo>
                  <a:cubicBezTo>
                    <a:pt x="129" y="131"/>
                    <a:pt x="129" y="143"/>
                    <a:pt x="141" y="143"/>
                  </a:cubicBezTo>
                  <a:cubicBezTo>
                    <a:pt x="120" y="146"/>
                    <a:pt x="125" y="125"/>
                    <a:pt x="124" y="108"/>
                  </a:cubicBezTo>
                  <a:cubicBezTo>
                    <a:pt x="123" y="95"/>
                    <a:pt x="118" y="88"/>
                    <a:pt x="121" y="76"/>
                  </a:cubicBezTo>
                  <a:cubicBezTo>
                    <a:pt x="125" y="57"/>
                    <a:pt x="149" y="40"/>
                    <a:pt x="132" y="18"/>
                  </a:cubicBezTo>
                  <a:cubicBezTo>
                    <a:pt x="101" y="5"/>
                    <a:pt x="76" y="33"/>
                    <a:pt x="46" y="31"/>
                  </a:cubicBezTo>
                  <a:cubicBezTo>
                    <a:pt x="31" y="30"/>
                    <a:pt x="16" y="16"/>
                    <a:pt x="0" y="27"/>
                  </a:cubicBezTo>
                  <a:cubicBezTo>
                    <a:pt x="14" y="12"/>
                    <a:pt x="37" y="23"/>
                    <a:pt x="60" y="24"/>
                  </a:cubicBezTo>
                  <a:cubicBezTo>
                    <a:pt x="62" y="22"/>
                    <a:pt x="58" y="15"/>
                    <a:pt x="58" y="11"/>
                  </a:cubicBezTo>
                  <a:cubicBezTo>
                    <a:pt x="61" y="10"/>
                    <a:pt x="64" y="4"/>
                    <a:pt x="68" y="8"/>
                  </a:cubicBezTo>
                  <a:cubicBezTo>
                    <a:pt x="67" y="9"/>
                    <a:pt x="59" y="9"/>
                    <a:pt x="61" y="17"/>
                  </a:cubicBezTo>
                  <a:close/>
                  <a:moveTo>
                    <a:pt x="58" y="27"/>
                  </a:moveTo>
                  <a:cubicBezTo>
                    <a:pt x="49" y="25"/>
                    <a:pt x="41" y="22"/>
                    <a:pt x="31" y="25"/>
                  </a:cubicBezTo>
                  <a:cubicBezTo>
                    <a:pt x="41" y="26"/>
                    <a:pt x="49" y="32"/>
                    <a:pt x="58" y="27"/>
                  </a:cubicBezTo>
                  <a:close/>
                  <a:moveTo>
                    <a:pt x="101" y="11"/>
                  </a:moveTo>
                  <a:cubicBezTo>
                    <a:pt x="98" y="14"/>
                    <a:pt x="85" y="15"/>
                    <a:pt x="88" y="20"/>
                  </a:cubicBezTo>
                  <a:cubicBezTo>
                    <a:pt x="90" y="15"/>
                    <a:pt x="104" y="16"/>
                    <a:pt x="101" y="11"/>
                  </a:cubicBezTo>
                  <a:close/>
                  <a:moveTo>
                    <a:pt x="142" y="32"/>
                  </a:moveTo>
                  <a:cubicBezTo>
                    <a:pt x="140" y="29"/>
                    <a:pt x="138" y="30"/>
                    <a:pt x="141" y="34"/>
                  </a:cubicBezTo>
                  <a:cubicBezTo>
                    <a:pt x="139" y="59"/>
                    <a:pt x="121" y="67"/>
                    <a:pt x="122" y="95"/>
                  </a:cubicBezTo>
                  <a:cubicBezTo>
                    <a:pt x="127" y="73"/>
                    <a:pt x="146" y="59"/>
                    <a:pt x="142" y="32"/>
                  </a:cubicBezTo>
                  <a:close/>
                  <a:moveTo>
                    <a:pt x="145" y="119"/>
                  </a:moveTo>
                  <a:cubicBezTo>
                    <a:pt x="145" y="113"/>
                    <a:pt x="145" y="109"/>
                    <a:pt x="142" y="106"/>
                  </a:cubicBezTo>
                  <a:cubicBezTo>
                    <a:pt x="139" y="106"/>
                    <a:pt x="135" y="106"/>
                    <a:pt x="132" y="106"/>
                  </a:cubicBezTo>
                  <a:cubicBezTo>
                    <a:pt x="126" y="113"/>
                    <a:pt x="134" y="121"/>
                    <a:pt x="145" y="119"/>
                  </a:cubicBezTo>
                  <a:close/>
                  <a:moveTo>
                    <a:pt x="146" y="103"/>
                  </a:moveTo>
                  <a:cubicBezTo>
                    <a:pt x="142" y="100"/>
                    <a:pt x="137" y="100"/>
                    <a:pt x="134" y="103"/>
                  </a:cubicBezTo>
                  <a:cubicBezTo>
                    <a:pt x="139" y="101"/>
                    <a:pt x="144" y="107"/>
                    <a:pt x="146" y="10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7" name="Freeform 50"/>
            <p:cNvSpPr>
              <a:spLocks noEditPoints="1"/>
            </p:cNvSpPr>
            <p:nvPr/>
          </p:nvSpPr>
          <p:spPr bwMode="auto">
            <a:xfrm rot="16200000" flipV="1">
              <a:off x="11044126" y="786511"/>
              <a:ext cx="468508" cy="489370"/>
            </a:xfrm>
            <a:custGeom>
              <a:avLst/>
              <a:gdLst>
                <a:gd name="T0" fmla="*/ 69 w 149"/>
                <a:gd name="T1" fmla="*/ 3 h 138"/>
                <a:gd name="T2" fmla="*/ 64 w 149"/>
                <a:gd name="T3" fmla="*/ 7 h 138"/>
                <a:gd name="T4" fmla="*/ 70 w 149"/>
                <a:gd name="T5" fmla="*/ 7 h 138"/>
                <a:gd name="T6" fmla="*/ 70 w 149"/>
                <a:gd name="T7" fmla="*/ 3 h 138"/>
                <a:gd name="T8" fmla="*/ 73 w 149"/>
                <a:gd name="T9" fmla="*/ 1 h 138"/>
                <a:gd name="T10" fmla="*/ 147 w 149"/>
                <a:gd name="T11" fmla="*/ 33 h 138"/>
                <a:gd name="T12" fmla="*/ 142 w 149"/>
                <a:gd name="T13" fmla="*/ 91 h 138"/>
                <a:gd name="T14" fmla="*/ 149 w 149"/>
                <a:gd name="T15" fmla="*/ 114 h 138"/>
                <a:gd name="T16" fmla="*/ 130 w 149"/>
                <a:gd name="T17" fmla="*/ 114 h 138"/>
                <a:gd name="T18" fmla="*/ 137 w 149"/>
                <a:gd name="T19" fmla="*/ 138 h 138"/>
                <a:gd name="T20" fmla="*/ 122 w 149"/>
                <a:gd name="T21" fmla="*/ 94 h 138"/>
                <a:gd name="T22" fmla="*/ 129 w 149"/>
                <a:gd name="T23" fmla="*/ 51 h 138"/>
                <a:gd name="T24" fmla="*/ 49 w 149"/>
                <a:gd name="T25" fmla="*/ 26 h 138"/>
                <a:gd name="T26" fmla="*/ 1 w 149"/>
                <a:gd name="T27" fmla="*/ 21 h 138"/>
                <a:gd name="T28" fmla="*/ 39 w 149"/>
                <a:gd name="T29" fmla="*/ 15 h 138"/>
                <a:gd name="T30" fmla="*/ 58 w 149"/>
                <a:gd name="T31" fmla="*/ 5 h 138"/>
                <a:gd name="T32" fmla="*/ 67 w 149"/>
                <a:gd name="T33" fmla="*/ 2 h 138"/>
                <a:gd name="T34" fmla="*/ 60 w 149"/>
                <a:gd name="T35" fmla="*/ 10 h 138"/>
                <a:gd name="T36" fmla="*/ 77 w 149"/>
                <a:gd name="T37" fmla="*/ 14 h 138"/>
                <a:gd name="T38" fmla="*/ 73 w 149"/>
                <a:gd name="T39" fmla="*/ 15 h 138"/>
                <a:gd name="T40" fmla="*/ 68 w 149"/>
                <a:gd name="T41" fmla="*/ 8 h 138"/>
                <a:gd name="T42" fmla="*/ 61 w 149"/>
                <a:gd name="T43" fmla="*/ 12 h 138"/>
                <a:gd name="T44" fmla="*/ 60 w 149"/>
                <a:gd name="T45" fmla="*/ 19 h 138"/>
                <a:gd name="T46" fmla="*/ 7 w 149"/>
                <a:gd name="T47" fmla="*/ 17 h 138"/>
                <a:gd name="T48" fmla="*/ 40 w 149"/>
                <a:gd name="T49" fmla="*/ 17 h 138"/>
                <a:gd name="T50" fmla="*/ 60 w 149"/>
                <a:gd name="T51" fmla="*/ 20 h 138"/>
                <a:gd name="T52" fmla="*/ 31 w 149"/>
                <a:gd name="T53" fmla="*/ 20 h 138"/>
                <a:gd name="T54" fmla="*/ 49 w 149"/>
                <a:gd name="T55" fmla="*/ 24 h 138"/>
                <a:gd name="T56" fmla="*/ 87 w 149"/>
                <a:gd name="T57" fmla="*/ 12 h 138"/>
                <a:gd name="T58" fmla="*/ 77 w 149"/>
                <a:gd name="T59" fmla="*/ 14 h 138"/>
                <a:gd name="T60" fmla="*/ 124 w 149"/>
                <a:gd name="T61" fmla="*/ 97 h 138"/>
                <a:gd name="T62" fmla="*/ 101 w 149"/>
                <a:gd name="T63" fmla="*/ 4 h 138"/>
                <a:gd name="T64" fmla="*/ 89 w 149"/>
                <a:gd name="T65" fmla="*/ 14 h 138"/>
                <a:gd name="T66" fmla="*/ 133 w 149"/>
                <a:gd name="T67" fmla="*/ 12 h 138"/>
                <a:gd name="T68" fmla="*/ 131 w 149"/>
                <a:gd name="T69" fmla="*/ 55 h 138"/>
                <a:gd name="T70" fmla="*/ 140 w 149"/>
                <a:gd name="T71" fmla="*/ 24 h 138"/>
                <a:gd name="T72" fmla="*/ 123 w 149"/>
                <a:gd name="T73" fmla="*/ 89 h 138"/>
                <a:gd name="T74" fmla="*/ 135 w 149"/>
                <a:gd name="T75" fmla="*/ 137 h 138"/>
                <a:gd name="T76" fmla="*/ 141 w 149"/>
                <a:gd name="T77" fmla="*/ 116 h 138"/>
                <a:gd name="T78" fmla="*/ 147 w 149"/>
                <a:gd name="T79" fmla="*/ 98 h 138"/>
                <a:gd name="T80" fmla="*/ 131 w 149"/>
                <a:gd name="T81" fmla="*/ 99 h 138"/>
                <a:gd name="T82" fmla="*/ 146 w 149"/>
                <a:gd name="T83" fmla="*/ 94 h 138"/>
                <a:gd name="T84" fmla="*/ 88 w 149"/>
                <a:gd name="T85" fmla="*/ 12 h 138"/>
                <a:gd name="T86" fmla="*/ 95 w 149"/>
                <a:gd name="T87" fmla="*/ 9 h 138"/>
                <a:gd name="T88" fmla="*/ 40 w 149"/>
                <a:gd name="T89" fmla="*/ 19 h 138"/>
                <a:gd name="T90" fmla="*/ 56 w 149"/>
                <a:gd name="T91" fmla="*/ 21 h 138"/>
                <a:gd name="T92" fmla="*/ 141 w 149"/>
                <a:gd name="T93" fmla="*/ 28 h 138"/>
                <a:gd name="T94" fmla="*/ 131 w 149"/>
                <a:gd name="T95" fmla="*/ 66 h 138"/>
                <a:gd name="T96" fmla="*/ 141 w 149"/>
                <a:gd name="T97" fmla="*/ 97 h 138"/>
                <a:gd name="T98" fmla="*/ 143 w 149"/>
                <a:gd name="T99" fmla="*/ 100 h 138"/>
                <a:gd name="T100" fmla="*/ 130 w 149"/>
                <a:gd name="T101" fmla="*/ 108 h 138"/>
                <a:gd name="T102" fmla="*/ 131 w 149"/>
                <a:gd name="T103" fmla="*/ 10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9" h="138">
                  <a:moveTo>
                    <a:pt x="65" y="0"/>
                  </a:moveTo>
                  <a:cubicBezTo>
                    <a:pt x="66" y="0"/>
                    <a:pt x="68" y="1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7" y="4"/>
                  </a:cubicBezTo>
                  <a:cubicBezTo>
                    <a:pt x="65" y="4"/>
                    <a:pt x="63" y="4"/>
                    <a:pt x="62" y="6"/>
                  </a:cubicBezTo>
                  <a:cubicBezTo>
                    <a:pt x="62" y="7"/>
                    <a:pt x="61" y="8"/>
                    <a:pt x="62" y="10"/>
                  </a:cubicBezTo>
                  <a:cubicBezTo>
                    <a:pt x="63" y="9"/>
                    <a:pt x="63" y="8"/>
                    <a:pt x="64" y="7"/>
                  </a:cubicBezTo>
                  <a:cubicBezTo>
                    <a:pt x="66" y="6"/>
                    <a:pt x="67" y="5"/>
                    <a:pt x="68" y="5"/>
                  </a:cubicBezTo>
                  <a:cubicBezTo>
                    <a:pt x="69" y="5"/>
                    <a:pt x="70" y="5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8"/>
                    <a:pt x="69" y="8"/>
                    <a:pt x="69" y="9"/>
                  </a:cubicBezTo>
                  <a:cubicBezTo>
                    <a:pt x="68" y="11"/>
                    <a:pt x="67" y="12"/>
                    <a:pt x="67" y="16"/>
                  </a:cubicBezTo>
                  <a:cubicBezTo>
                    <a:pt x="70" y="16"/>
                    <a:pt x="71" y="15"/>
                    <a:pt x="72" y="14"/>
                  </a:cubicBezTo>
                  <a:cubicBezTo>
                    <a:pt x="74" y="11"/>
                    <a:pt x="71" y="5"/>
                    <a:pt x="70" y="3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2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1"/>
                    <a:pt x="77" y="3"/>
                    <a:pt x="78" y="5"/>
                  </a:cubicBezTo>
                  <a:cubicBezTo>
                    <a:pt x="79" y="7"/>
                    <a:pt x="79" y="9"/>
                    <a:pt x="79" y="11"/>
                  </a:cubicBezTo>
                  <a:cubicBezTo>
                    <a:pt x="88" y="5"/>
                    <a:pt x="99" y="2"/>
                    <a:pt x="110" y="2"/>
                  </a:cubicBezTo>
                  <a:cubicBezTo>
                    <a:pt x="131" y="2"/>
                    <a:pt x="145" y="14"/>
                    <a:pt x="147" y="33"/>
                  </a:cubicBezTo>
                  <a:cubicBezTo>
                    <a:pt x="148" y="45"/>
                    <a:pt x="142" y="55"/>
                    <a:pt x="137" y="65"/>
                  </a:cubicBezTo>
                  <a:cubicBezTo>
                    <a:pt x="131" y="75"/>
                    <a:pt x="125" y="85"/>
                    <a:pt x="126" y="97"/>
                  </a:cubicBezTo>
                  <a:cubicBezTo>
                    <a:pt x="127" y="97"/>
                    <a:pt x="130" y="96"/>
                    <a:pt x="132" y="95"/>
                  </a:cubicBezTo>
                  <a:cubicBezTo>
                    <a:pt x="135" y="93"/>
                    <a:pt x="138" y="91"/>
                    <a:pt x="142" y="91"/>
                  </a:cubicBezTo>
                  <a:cubicBezTo>
                    <a:pt x="144" y="91"/>
                    <a:pt x="145" y="92"/>
                    <a:pt x="147" y="93"/>
                  </a:cubicBezTo>
                  <a:cubicBezTo>
                    <a:pt x="147" y="93"/>
                    <a:pt x="147" y="93"/>
                    <a:pt x="147" y="93"/>
                  </a:cubicBezTo>
                  <a:cubicBezTo>
                    <a:pt x="149" y="96"/>
                    <a:pt x="149" y="101"/>
                    <a:pt x="149" y="106"/>
                  </a:cubicBezTo>
                  <a:cubicBezTo>
                    <a:pt x="148" y="109"/>
                    <a:pt x="148" y="112"/>
                    <a:pt x="149" y="114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8" y="115"/>
                    <a:pt x="148" y="115"/>
                    <a:pt x="148" y="115"/>
                  </a:cubicBezTo>
                  <a:cubicBezTo>
                    <a:pt x="146" y="117"/>
                    <a:pt x="143" y="118"/>
                    <a:pt x="141" y="118"/>
                  </a:cubicBezTo>
                  <a:cubicBezTo>
                    <a:pt x="137" y="118"/>
                    <a:pt x="134" y="116"/>
                    <a:pt x="130" y="114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26"/>
                    <a:pt x="130" y="136"/>
                    <a:pt x="141" y="136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39" y="138"/>
                    <a:pt x="138" y="138"/>
                    <a:pt x="137" y="138"/>
                  </a:cubicBezTo>
                  <a:cubicBezTo>
                    <a:pt x="123" y="138"/>
                    <a:pt x="123" y="125"/>
                    <a:pt x="123" y="112"/>
                  </a:cubicBezTo>
                  <a:cubicBezTo>
                    <a:pt x="123" y="108"/>
                    <a:pt x="123" y="105"/>
                    <a:pt x="123" y="102"/>
                  </a:cubicBezTo>
                  <a:cubicBezTo>
                    <a:pt x="123" y="99"/>
                    <a:pt x="122" y="96"/>
                    <a:pt x="122" y="94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93"/>
                    <a:pt x="122" y="93"/>
                    <a:pt x="122" y="93"/>
                  </a:cubicBezTo>
                  <a:cubicBezTo>
                    <a:pt x="121" y="92"/>
                    <a:pt x="121" y="91"/>
                    <a:pt x="121" y="90"/>
                  </a:cubicBezTo>
                  <a:cubicBezTo>
                    <a:pt x="120" y="84"/>
                    <a:pt x="118" y="78"/>
                    <a:pt x="120" y="70"/>
                  </a:cubicBezTo>
                  <a:cubicBezTo>
                    <a:pt x="122" y="64"/>
                    <a:pt x="125" y="57"/>
                    <a:pt x="129" y="51"/>
                  </a:cubicBezTo>
                  <a:cubicBezTo>
                    <a:pt x="136" y="39"/>
                    <a:pt x="143" y="27"/>
                    <a:pt x="132" y="13"/>
                  </a:cubicBezTo>
                  <a:cubicBezTo>
                    <a:pt x="126" y="11"/>
                    <a:pt x="121" y="10"/>
                    <a:pt x="115" y="10"/>
                  </a:cubicBezTo>
                  <a:cubicBezTo>
                    <a:pt x="104" y="10"/>
                    <a:pt x="93" y="14"/>
                    <a:pt x="83" y="18"/>
                  </a:cubicBezTo>
                  <a:cubicBezTo>
                    <a:pt x="72" y="22"/>
                    <a:pt x="61" y="26"/>
                    <a:pt x="49" y="26"/>
                  </a:cubicBezTo>
                  <a:cubicBezTo>
                    <a:pt x="48" y="26"/>
                    <a:pt x="47" y="26"/>
                    <a:pt x="45" y="26"/>
                  </a:cubicBezTo>
                  <a:cubicBezTo>
                    <a:pt x="40" y="25"/>
                    <a:pt x="35" y="23"/>
                    <a:pt x="30" y="22"/>
                  </a:cubicBezTo>
                  <a:cubicBezTo>
                    <a:pt x="25" y="19"/>
                    <a:pt x="19" y="17"/>
                    <a:pt x="13" y="17"/>
                  </a:cubicBezTo>
                  <a:cubicBezTo>
                    <a:pt x="9" y="17"/>
                    <a:pt x="4" y="19"/>
                    <a:pt x="1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5"/>
                    <a:pt x="11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6" y="13"/>
                    <a:pt x="33" y="14"/>
                    <a:pt x="39" y="15"/>
                  </a:cubicBezTo>
                  <a:cubicBezTo>
                    <a:pt x="46" y="16"/>
                    <a:pt x="53" y="17"/>
                    <a:pt x="59" y="17"/>
                  </a:cubicBezTo>
                  <a:cubicBezTo>
                    <a:pt x="61" y="16"/>
                    <a:pt x="60" y="13"/>
                    <a:pt x="59" y="10"/>
                  </a:cubicBezTo>
                  <a:cubicBezTo>
                    <a:pt x="58" y="8"/>
                    <a:pt x="58" y="7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4"/>
                    <a:pt x="59" y="3"/>
                    <a:pt x="60" y="3"/>
                  </a:cubicBezTo>
                  <a:cubicBezTo>
                    <a:pt x="62" y="1"/>
                    <a:pt x="63" y="0"/>
                    <a:pt x="65" y="0"/>
                  </a:cubicBezTo>
                  <a:close/>
                  <a:moveTo>
                    <a:pt x="67" y="2"/>
                  </a:moveTo>
                  <a:cubicBezTo>
                    <a:pt x="65" y="1"/>
                    <a:pt x="63" y="2"/>
                    <a:pt x="61" y="4"/>
                  </a:cubicBezTo>
                  <a:cubicBezTo>
                    <a:pt x="60" y="4"/>
                    <a:pt x="60" y="5"/>
                    <a:pt x="59" y="5"/>
                  </a:cubicBezTo>
                  <a:cubicBezTo>
                    <a:pt x="59" y="7"/>
                    <a:pt x="60" y="8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7"/>
                    <a:pt x="61" y="5"/>
                  </a:cubicBezTo>
                  <a:cubicBezTo>
                    <a:pt x="62" y="3"/>
                    <a:pt x="65" y="3"/>
                    <a:pt x="66" y="2"/>
                  </a:cubicBezTo>
                  <a:cubicBezTo>
                    <a:pt x="66" y="2"/>
                    <a:pt x="67" y="2"/>
                    <a:pt x="67" y="2"/>
                  </a:cubicBezTo>
                  <a:close/>
                  <a:moveTo>
                    <a:pt x="77" y="14"/>
                  </a:moveTo>
                  <a:cubicBezTo>
                    <a:pt x="76" y="13"/>
                    <a:pt x="76" y="13"/>
                    <a:pt x="76" y="13"/>
                  </a:cubicBezTo>
                  <a:cubicBezTo>
                    <a:pt x="78" y="11"/>
                    <a:pt x="78" y="8"/>
                    <a:pt x="77" y="6"/>
                  </a:cubicBezTo>
                  <a:cubicBezTo>
                    <a:pt x="75" y="3"/>
                    <a:pt x="73" y="1"/>
                    <a:pt x="72" y="2"/>
                  </a:cubicBezTo>
                  <a:cubicBezTo>
                    <a:pt x="73" y="5"/>
                    <a:pt x="76" y="11"/>
                    <a:pt x="73" y="15"/>
                  </a:cubicBezTo>
                  <a:cubicBezTo>
                    <a:pt x="72" y="16"/>
                    <a:pt x="70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2"/>
                    <a:pt x="66" y="10"/>
                    <a:pt x="68" y="8"/>
                  </a:cubicBezTo>
                  <a:cubicBezTo>
                    <a:pt x="68" y="8"/>
                    <a:pt x="68" y="7"/>
                    <a:pt x="69" y="7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7"/>
                    <a:pt x="65" y="8"/>
                  </a:cubicBezTo>
                  <a:cubicBezTo>
                    <a:pt x="64" y="10"/>
                    <a:pt x="63" y="11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4"/>
                    <a:pt x="62" y="17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3" y="18"/>
                    <a:pt x="46" y="17"/>
                    <a:pt x="39" y="16"/>
                  </a:cubicBezTo>
                  <a:cubicBezTo>
                    <a:pt x="32" y="15"/>
                    <a:pt x="26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4"/>
                    <a:pt x="11" y="15"/>
                    <a:pt x="7" y="17"/>
                  </a:cubicBezTo>
                  <a:cubicBezTo>
                    <a:pt x="9" y="16"/>
                    <a:pt x="11" y="16"/>
                    <a:pt x="13" y="16"/>
                  </a:cubicBezTo>
                  <a:cubicBezTo>
                    <a:pt x="18" y="16"/>
                    <a:pt x="24" y="18"/>
                    <a:pt x="29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4" y="18"/>
                    <a:pt x="37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5" y="17"/>
                    <a:pt x="49" y="18"/>
                    <a:pt x="54" y="19"/>
                  </a:cubicBezTo>
                  <a:cubicBezTo>
                    <a:pt x="55" y="19"/>
                    <a:pt x="57" y="20"/>
                    <a:pt x="58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3" y="24"/>
                    <a:pt x="50" y="24"/>
                  </a:cubicBezTo>
                  <a:cubicBezTo>
                    <a:pt x="47" y="24"/>
                    <a:pt x="43" y="23"/>
                    <a:pt x="40" y="22"/>
                  </a:cubicBezTo>
                  <a:cubicBezTo>
                    <a:pt x="37" y="21"/>
                    <a:pt x="34" y="20"/>
                    <a:pt x="31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1" y="20"/>
                    <a:pt x="31" y="20"/>
                  </a:cubicBezTo>
                  <a:cubicBezTo>
                    <a:pt x="36" y="22"/>
                    <a:pt x="41" y="24"/>
                    <a:pt x="46" y="24"/>
                  </a:cubicBezTo>
                  <a:cubicBezTo>
                    <a:pt x="47" y="24"/>
                    <a:pt x="48" y="24"/>
                    <a:pt x="49" y="24"/>
                  </a:cubicBezTo>
                  <a:cubicBezTo>
                    <a:pt x="61" y="24"/>
                    <a:pt x="72" y="20"/>
                    <a:pt x="82" y="16"/>
                  </a:cubicBezTo>
                  <a:cubicBezTo>
                    <a:pt x="84" y="16"/>
                    <a:pt x="86" y="15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7" y="13"/>
                    <a:pt x="87" y="12"/>
                    <a:pt x="87" y="12"/>
                  </a:cubicBezTo>
                  <a:cubicBezTo>
                    <a:pt x="88" y="10"/>
                    <a:pt x="91" y="9"/>
                    <a:pt x="94" y="7"/>
                  </a:cubicBezTo>
                  <a:cubicBezTo>
                    <a:pt x="97" y="7"/>
                    <a:pt x="99" y="6"/>
                    <a:pt x="100" y="5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92" y="6"/>
                    <a:pt x="84" y="9"/>
                    <a:pt x="77" y="14"/>
                  </a:cubicBezTo>
                  <a:close/>
                  <a:moveTo>
                    <a:pt x="126" y="98"/>
                  </a:moveTo>
                  <a:cubicBezTo>
                    <a:pt x="126" y="98"/>
                    <a:pt x="125" y="98"/>
                    <a:pt x="125" y="98"/>
                  </a:cubicBezTo>
                  <a:cubicBezTo>
                    <a:pt x="124" y="98"/>
                    <a:pt x="124" y="98"/>
                    <a:pt x="124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85"/>
                    <a:pt x="129" y="74"/>
                    <a:pt x="135" y="64"/>
                  </a:cubicBezTo>
                  <a:cubicBezTo>
                    <a:pt x="141" y="54"/>
                    <a:pt x="147" y="45"/>
                    <a:pt x="146" y="34"/>
                  </a:cubicBezTo>
                  <a:cubicBezTo>
                    <a:pt x="144" y="15"/>
                    <a:pt x="130" y="4"/>
                    <a:pt x="110" y="4"/>
                  </a:cubicBezTo>
                  <a:cubicBezTo>
                    <a:pt x="107" y="4"/>
                    <a:pt x="104" y="4"/>
                    <a:pt x="101" y="4"/>
                  </a:cubicBezTo>
                  <a:cubicBezTo>
                    <a:pt x="102" y="5"/>
                    <a:pt x="102" y="5"/>
                    <a:pt x="102" y="5"/>
                  </a:cubicBezTo>
                  <a:cubicBezTo>
                    <a:pt x="102" y="6"/>
                    <a:pt x="102" y="6"/>
                    <a:pt x="102" y="7"/>
                  </a:cubicBezTo>
                  <a:cubicBezTo>
                    <a:pt x="101" y="9"/>
                    <a:pt x="99" y="10"/>
                    <a:pt x="96" y="11"/>
                  </a:cubicBezTo>
                  <a:cubicBezTo>
                    <a:pt x="93" y="11"/>
                    <a:pt x="90" y="12"/>
                    <a:pt x="89" y="14"/>
                  </a:cubicBezTo>
                  <a:cubicBezTo>
                    <a:pt x="97" y="11"/>
                    <a:pt x="106" y="8"/>
                    <a:pt x="115" y="8"/>
                  </a:cubicBezTo>
                  <a:cubicBezTo>
                    <a:pt x="121" y="8"/>
                    <a:pt x="127" y="9"/>
                    <a:pt x="132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33" y="12"/>
                    <a:pt x="133" y="12"/>
                    <a:pt x="133" y="12"/>
                  </a:cubicBezTo>
                  <a:cubicBezTo>
                    <a:pt x="145" y="27"/>
                    <a:pt x="137" y="40"/>
                    <a:pt x="130" y="52"/>
                  </a:cubicBezTo>
                  <a:cubicBezTo>
                    <a:pt x="126" y="58"/>
                    <a:pt x="123" y="64"/>
                    <a:pt x="122" y="71"/>
                  </a:cubicBezTo>
                  <a:cubicBezTo>
                    <a:pt x="120" y="76"/>
                    <a:pt x="121" y="80"/>
                    <a:pt x="121" y="84"/>
                  </a:cubicBezTo>
                  <a:cubicBezTo>
                    <a:pt x="122" y="72"/>
                    <a:pt x="126" y="63"/>
                    <a:pt x="131" y="55"/>
                  </a:cubicBezTo>
                  <a:cubicBezTo>
                    <a:pt x="135" y="47"/>
                    <a:pt x="139" y="39"/>
                    <a:pt x="140" y="28"/>
                  </a:cubicBezTo>
                  <a:cubicBezTo>
                    <a:pt x="139" y="27"/>
                    <a:pt x="138" y="25"/>
                    <a:pt x="139" y="24"/>
                  </a:cubicBezTo>
                  <a:cubicBezTo>
                    <a:pt x="139" y="24"/>
                    <a:pt x="139" y="24"/>
                    <a:pt x="140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41" y="24"/>
                    <a:pt x="142" y="24"/>
                    <a:pt x="143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5" y="43"/>
                    <a:pt x="139" y="55"/>
                    <a:pt x="133" y="66"/>
                  </a:cubicBezTo>
                  <a:cubicBezTo>
                    <a:pt x="129" y="73"/>
                    <a:pt x="125" y="81"/>
                    <a:pt x="123" y="89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3" y="94"/>
                    <a:pt x="124" y="97"/>
                    <a:pt x="124" y="102"/>
                  </a:cubicBezTo>
                  <a:cubicBezTo>
                    <a:pt x="125" y="105"/>
                    <a:pt x="125" y="108"/>
                    <a:pt x="125" y="112"/>
                  </a:cubicBezTo>
                  <a:cubicBezTo>
                    <a:pt x="125" y="124"/>
                    <a:pt x="125" y="135"/>
                    <a:pt x="135" y="137"/>
                  </a:cubicBezTo>
                  <a:cubicBezTo>
                    <a:pt x="129" y="133"/>
                    <a:pt x="129" y="124"/>
                    <a:pt x="129" y="115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3" y="115"/>
                    <a:pt x="137" y="116"/>
                    <a:pt x="141" y="116"/>
                  </a:cubicBezTo>
                  <a:cubicBezTo>
                    <a:pt x="143" y="116"/>
                    <a:pt x="145" y="115"/>
                    <a:pt x="147" y="114"/>
                  </a:cubicBezTo>
                  <a:cubicBezTo>
                    <a:pt x="147" y="112"/>
                    <a:pt x="147" y="109"/>
                    <a:pt x="147" y="106"/>
                  </a:cubicBezTo>
                  <a:cubicBezTo>
                    <a:pt x="147" y="103"/>
                    <a:pt x="147" y="100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6" y="99"/>
                    <a:pt x="145" y="99"/>
                    <a:pt x="144" y="99"/>
                  </a:cubicBezTo>
                  <a:cubicBezTo>
                    <a:pt x="143" y="99"/>
                    <a:pt x="142" y="99"/>
                    <a:pt x="141" y="99"/>
                  </a:cubicBezTo>
                  <a:cubicBezTo>
                    <a:pt x="138" y="98"/>
                    <a:pt x="136" y="97"/>
                    <a:pt x="134" y="98"/>
                  </a:cubicBezTo>
                  <a:cubicBezTo>
                    <a:pt x="131" y="99"/>
                    <a:pt x="131" y="99"/>
                    <a:pt x="131" y="99"/>
                  </a:cubicBezTo>
                  <a:cubicBezTo>
                    <a:pt x="133" y="97"/>
                    <a:pt x="133" y="97"/>
                    <a:pt x="133" y="97"/>
                  </a:cubicBezTo>
                  <a:cubicBezTo>
                    <a:pt x="137" y="93"/>
                    <a:pt x="142" y="93"/>
                    <a:pt x="147" y="97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7" y="96"/>
                    <a:pt x="146" y="95"/>
                    <a:pt x="146" y="94"/>
                  </a:cubicBezTo>
                  <a:cubicBezTo>
                    <a:pt x="145" y="93"/>
                    <a:pt x="143" y="93"/>
                    <a:pt x="142" y="93"/>
                  </a:cubicBezTo>
                  <a:cubicBezTo>
                    <a:pt x="139" y="93"/>
                    <a:pt x="136" y="94"/>
                    <a:pt x="133" y="96"/>
                  </a:cubicBezTo>
                  <a:cubicBezTo>
                    <a:pt x="130" y="97"/>
                    <a:pt x="128" y="98"/>
                    <a:pt x="126" y="98"/>
                  </a:cubicBezTo>
                  <a:close/>
                  <a:moveTo>
                    <a:pt x="88" y="12"/>
                  </a:moveTo>
                  <a:cubicBezTo>
                    <a:pt x="90" y="11"/>
                    <a:pt x="93" y="10"/>
                    <a:pt x="95" y="9"/>
                  </a:cubicBezTo>
                  <a:cubicBezTo>
                    <a:pt x="98" y="8"/>
                    <a:pt x="100" y="8"/>
                    <a:pt x="101" y="7"/>
                  </a:cubicBezTo>
                  <a:cubicBezTo>
                    <a:pt x="101" y="7"/>
                    <a:pt x="101" y="6"/>
                    <a:pt x="101" y="6"/>
                  </a:cubicBezTo>
                  <a:cubicBezTo>
                    <a:pt x="99" y="7"/>
                    <a:pt x="97" y="8"/>
                    <a:pt x="95" y="9"/>
                  </a:cubicBezTo>
                  <a:cubicBezTo>
                    <a:pt x="92" y="10"/>
                    <a:pt x="89" y="11"/>
                    <a:pt x="88" y="12"/>
                  </a:cubicBezTo>
                  <a:close/>
                  <a:moveTo>
                    <a:pt x="56" y="21"/>
                  </a:moveTo>
                  <a:cubicBezTo>
                    <a:pt x="55" y="21"/>
                    <a:pt x="54" y="21"/>
                    <a:pt x="53" y="20"/>
                  </a:cubicBezTo>
                  <a:cubicBezTo>
                    <a:pt x="49" y="19"/>
                    <a:pt x="45" y="19"/>
                    <a:pt x="40" y="19"/>
                  </a:cubicBezTo>
                  <a:cubicBezTo>
                    <a:pt x="39" y="19"/>
                    <a:pt x="37" y="19"/>
                    <a:pt x="35" y="19"/>
                  </a:cubicBezTo>
                  <a:cubicBezTo>
                    <a:pt x="37" y="20"/>
                    <a:pt x="38" y="20"/>
                    <a:pt x="40" y="20"/>
                  </a:cubicBezTo>
                  <a:cubicBezTo>
                    <a:pt x="44" y="21"/>
                    <a:pt x="47" y="22"/>
                    <a:pt x="50" y="22"/>
                  </a:cubicBezTo>
                  <a:cubicBezTo>
                    <a:pt x="52" y="22"/>
                    <a:pt x="54" y="22"/>
                    <a:pt x="56" y="21"/>
                  </a:cubicBezTo>
                  <a:close/>
                  <a:moveTo>
                    <a:pt x="141" y="27"/>
                  </a:moveTo>
                  <a:cubicBezTo>
                    <a:pt x="141" y="26"/>
                    <a:pt x="141" y="26"/>
                    <a:pt x="140" y="25"/>
                  </a:cubicBezTo>
                  <a:cubicBezTo>
                    <a:pt x="141" y="26"/>
                    <a:pt x="141" y="27"/>
                    <a:pt x="141" y="27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41" y="40"/>
                    <a:pt x="136" y="48"/>
                    <a:pt x="132" y="56"/>
                  </a:cubicBezTo>
                  <a:cubicBezTo>
                    <a:pt x="128" y="64"/>
                    <a:pt x="123" y="72"/>
                    <a:pt x="123" y="84"/>
                  </a:cubicBezTo>
                  <a:cubicBezTo>
                    <a:pt x="125" y="77"/>
                    <a:pt x="128" y="71"/>
                    <a:pt x="131" y="66"/>
                  </a:cubicBezTo>
                  <a:cubicBezTo>
                    <a:pt x="138" y="54"/>
                    <a:pt x="144" y="43"/>
                    <a:pt x="141" y="27"/>
                  </a:cubicBezTo>
                  <a:close/>
                  <a:moveTo>
                    <a:pt x="145" y="98"/>
                  </a:moveTo>
                  <a:cubicBezTo>
                    <a:pt x="142" y="95"/>
                    <a:pt x="139" y="95"/>
                    <a:pt x="136" y="96"/>
                  </a:cubicBezTo>
                  <a:cubicBezTo>
                    <a:pt x="138" y="96"/>
                    <a:pt x="140" y="97"/>
                    <a:pt x="141" y="97"/>
                  </a:cubicBezTo>
                  <a:cubicBezTo>
                    <a:pt x="143" y="98"/>
                    <a:pt x="144" y="98"/>
                    <a:pt x="145" y="98"/>
                  </a:cubicBezTo>
                  <a:close/>
                  <a:moveTo>
                    <a:pt x="132" y="100"/>
                  </a:move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6" y="102"/>
                    <a:pt x="146" y="108"/>
                    <a:pt x="146" y="113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38" y="115"/>
                    <a:pt x="132" y="112"/>
                    <a:pt x="130" y="108"/>
                  </a:cubicBezTo>
                  <a:cubicBezTo>
                    <a:pt x="129" y="105"/>
                    <a:pt x="129" y="102"/>
                    <a:pt x="132" y="100"/>
                  </a:cubicBezTo>
                  <a:close/>
                  <a:moveTo>
                    <a:pt x="142" y="101"/>
                  </a:moveTo>
                  <a:cubicBezTo>
                    <a:pt x="133" y="101"/>
                    <a:pt x="133" y="101"/>
                    <a:pt x="133" y="101"/>
                  </a:cubicBezTo>
                  <a:cubicBezTo>
                    <a:pt x="131" y="103"/>
                    <a:pt x="130" y="105"/>
                    <a:pt x="131" y="107"/>
                  </a:cubicBezTo>
                  <a:cubicBezTo>
                    <a:pt x="133" y="111"/>
                    <a:pt x="138" y="113"/>
                    <a:pt x="144" y="112"/>
                  </a:cubicBezTo>
                  <a:cubicBezTo>
                    <a:pt x="145" y="106"/>
                    <a:pt x="144" y="103"/>
                    <a:pt x="142" y="1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8" name="Freeform 51"/>
            <p:cNvSpPr>
              <a:spLocks noEditPoints="1"/>
            </p:cNvSpPr>
            <p:nvPr/>
          </p:nvSpPr>
          <p:spPr bwMode="auto">
            <a:xfrm rot="16200000" flipV="1">
              <a:off x="5232723" y="721157"/>
              <a:ext cx="424100" cy="544581"/>
            </a:xfrm>
            <a:custGeom>
              <a:avLst/>
              <a:gdLst>
                <a:gd name="T0" fmla="*/ 47 w 135"/>
                <a:gd name="T1" fmla="*/ 133 h 153"/>
                <a:gd name="T2" fmla="*/ 91 w 135"/>
                <a:gd name="T3" fmla="*/ 114 h 153"/>
                <a:gd name="T4" fmla="*/ 47 w 135"/>
                <a:gd name="T5" fmla="*/ 138 h 153"/>
                <a:gd name="T6" fmla="*/ 0 w 135"/>
                <a:gd name="T7" fmla="*/ 124 h 153"/>
                <a:gd name="T8" fmla="*/ 4 w 135"/>
                <a:gd name="T9" fmla="*/ 133 h 153"/>
                <a:gd name="T10" fmla="*/ 97 w 135"/>
                <a:gd name="T11" fmla="*/ 109 h 153"/>
                <a:gd name="T12" fmla="*/ 100 w 135"/>
                <a:gd name="T13" fmla="*/ 94 h 153"/>
                <a:gd name="T14" fmla="*/ 125 w 135"/>
                <a:gd name="T15" fmla="*/ 22 h 153"/>
                <a:gd name="T16" fmla="*/ 101 w 135"/>
                <a:gd name="T17" fmla="*/ 15 h 153"/>
                <a:gd name="T18" fmla="*/ 114 w 135"/>
                <a:gd name="T19" fmla="*/ 5 h 153"/>
                <a:gd name="T20" fmla="*/ 132 w 135"/>
                <a:gd name="T21" fmla="*/ 30 h 153"/>
                <a:gd name="T22" fmla="*/ 107 w 135"/>
                <a:gd name="T23" fmla="*/ 106 h 153"/>
                <a:gd name="T24" fmla="*/ 100 w 135"/>
                <a:gd name="T25" fmla="*/ 137 h 153"/>
                <a:gd name="T26" fmla="*/ 95 w 135"/>
                <a:gd name="T27" fmla="*/ 113 h 153"/>
                <a:gd name="T28" fmla="*/ 47 w 135"/>
                <a:gd name="T29" fmla="*/ 133 h 153"/>
                <a:gd name="T30" fmla="*/ 102 w 135"/>
                <a:gd name="T31" fmla="*/ 107 h 153"/>
                <a:gd name="T32" fmla="*/ 128 w 135"/>
                <a:gd name="T33" fmla="*/ 36 h 153"/>
                <a:gd name="T34" fmla="*/ 102 w 135"/>
                <a:gd name="T35" fmla="*/ 107 h 153"/>
                <a:gd name="T36" fmla="*/ 114 w 135"/>
                <a:gd name="T37" fmla="*/ 110 h 153"/>
                <a:gd name="T38" fmla="*/ 118 w 135"/>
                <a:gd name="T39" fmla="*/ 128 h 153"/>
                <a:gd name="T40" fmla="*/ 114 w 135"/>
                <a:gd name="T41" fmla="*/ 110 h 153"/>
                <a:gd name="T42" fmla="*/ 104 w 135"/>
                <a:gd name="T43" fmla="*/ 110 h 153"/>
                <a:gd name="T44" fmla="*/ 102 w 135"/>
                <a:gd name="T45" fmla="*/ 131 h 153"/>
                <a:gd name="T46" fmla="*/ 115 w 135"/>
                <a:gd name="T47" fmla="*/ 133 h 153"/>
                <a:gd name="T48" fmla="*/ 104 w 135"/>
                <a:gd name="T49" fmla="*/ 11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5" h="153">
                  <a:moveTo>
                    <a:pt x="47" y="133"/>
                  </a:moveTo>
                  <a:cubicBezTo>
                    <a:pt x="62" y="133"/>
                    <a:pt x="76" y="119"/>
                    <a:pt x="91" y="114"/>
                  </a:cubicBezTo>
                  <a:cubicBezTo>
                    <a:pt x="82" y="120"/>
                    <a:pt x="63" y="134"/>
                    <a:pt x="47" y="138"/>
                  </a:cubicBezTo>
                  <a:cubicBezTo>
                    <a:pt x="28" y="143"/>
                    <a:pt x="0" y="144"/>
                    <a:pt x="0" y="124"/>
                  </a:cubicBezTo>
                  <a:cubicBezTo>
                    <a:pt x="6" y="123"/>
                    <a:pt x="1" y="132"/>
                    <a:pt x="4" y="133"/>
                  </a:cubicBezTo>
                  <a:cubicBezTo>
                    <a:pt x="38" y="148"/>
                    <a:pt x="65" y="113"/>
                    <a:pt x="97" y="109"/>
                  </a:cubicBezTo>
                  <a:cubicBezTo>
                    <a:pt x="98" y="104"/>
                    <a:pt x="100" y="100"/>
                    <a:pt x="100" y="94"/>
                  </a:cubicBezTo>
                  <a:cubicBezTo>
                    <a:pt x="109" y="85"/>
                    <a:pt x="131" y="46"/>
                    <a:pt x="125" y="22"/>
                  </a:cubicBezTo>
                  <a:cubicBezTo>
                    <a:pt x="123" y="12"/>
                    <a:pt x="109" y="0"/>
                    <a:pt x="101" y="15"/>
                  </a:cubicBezTo>
                  <a:cubicBezTo>
                    <a:pt x="97" y="9"/>
                    <a:pt x="107" y="4"/>
                    <a:pt x="114" y="5"/>
                  </a:cubicBezTo>
                  <a:cubicBezTo>
                    <a:pt x="125" y="6"/>
                    <a:pt x="131" y="18"/>
                    <a:pt x="132" y="30"/>
                  </a:cubicBezTo>
                  <a:cubicBezTo>
                    <a:pt x="135" y="56"/>
                    <a:pt x="111" y="90"/>
                    <a:pt x="107" y="106"/>
                  </a:cubicBezTo>
                  <a:cubicBezTo>
                    <a:pt x="133" y="105"/>
                    <a:pt x="126" y="153"/>
                    <a:pt x="100" y="137"/>
                  </a:cubicBezTo>
                  <a:cubicBezTo>
                    <a:pt x="97" y="130"/>
                    <a:pt x="98" y="120"/>
                    <a:pt x="95" y="113"/>
                  </a:cubicBezTo>
                  <a:cubicBezTo>
                    <a:pt x="78" y="113"/>
                    <a:pt x="63" y="127"/>
                    <a:pt x="47" y="133"/>
                  </a:cubicBezTo>
                  <a:close/>
                  <a:moveTo>
                    <a:pt x="102" y="107"/>
                  </a:moveTo>
                  <a:cubicBezTo>
                    <a:pt x="112" y="84"/>
                    <a:pt x="130" y="63"/>
                    <a:pt x="128" y="36"/>
                  </a:cubicBezTo>
                  <a:cubicBezTo>
                    <a:pt x="126" y="65"/>
                    <a:pt x="105" y="83"/>
                    <a:pt x="102" y="107"/>
                  </a:cubicBezTo>
                  <a:close/>
                  <a:moveTo>
                    <a:pt x="114" y="110"/>
                  </a:moveTo>
                  <a:cubicBezTo>
                    <a:pt x="117" y="118"/>
                    <a:pt x="121" y="121"/>
                    <a:pt x="118" y="128"/>
                  </a:cubicBezTo>
                  <a:cubicBezTo>
                    <a:pt x="128" y="125"/>
                    <a:pt x="119" y="112"/>
                    <a:pt x="114" y="110"/>
                  </a:cubicBezTo>
                  <a:close/>
                  <a:moveTo>
                    <a:pt x="104" y="110"/>
                  </a:moveTo>
                  <a:cubicBezTo>
                    <a:pt x="100" y="114"/>
                    <a:pt x="100" y="125"/>
                    <a:pt x="102" y="131"/>
                  </a:cubicBezTo>
                  <a:cubicBezTo>
                    <a:pt x="108" y="132"/>
                    <a:pt x="110" y="135"/>
                    <a:pt x="115" y="133"/>
                  </a:cubicBezTo>
                  <a:cubicBezTo>
                    <a:pt x="120" y="121"/>
                    <a:pt x="114" y="111"/>
                    <a:pt x="104" y="11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52"/>
            <p:cNvSpPr>
              <a:spLocks noEditPoints="1"/>
            </p:cNvSpPr>
            <p:nvPr/>
          </p:nvSpPr>
          <p:spPr bwMode="auto">
            <a:xfrm rot="16200000" flipV="1">
              <a:off x="5241796" y="749729"/>
              <a:ext cx="428541" cy="491879"/>
            </a:xfrm>
            <a:custGeom>
              <a:avLst/>
              <a:gdLst>
                <a:gd name="T0" fmla="*/ 0 w 136"/>
                <a:gd name="T1" fmla="*/ 120 h 138"/>
                <a:gd name="T2" fmla="*/ 4 w 136"/>
                <a:gd name="T3" fmla="*/ 120 h 138"/>
                <a:gd name="T4" fmla="*/ 23 w 136"/>
                <a:gd name="T5" fmla="*/ 132 h 138"/>
                <a:gd name="T6" fmla="*/ 97 w 136"/>
                <a:gd name="T7" fmla="*/ 104 h 138"/>
                <a:gd name="T8" fmla="*/ 100 w 136"/>
                <a:gd name="T9" fmla="*/ 90 h 138"/>
                <a:gd name="T10" fmla="*/ 103 w 136"/>
                <a:gd name="T11" fmla="*/ 11 h 138"/>
                <a:gd name="T12" fmla="*/ 101 w 136"/>
                <a:gd name="T13" fmla="*/ 6 h 138"/>
                <a:gd name="T14" fmla="*/ 134 w 136"/>
                <a:gd name="T15" fmla="*/ 26 h 138"/>
                <a:gd name="T16" fmla="*/ 125 w 136"/>
                <a:gd name="T17" fmla="*/ 119 h 138"/>
                <a:gd name="T18" fmla="*/ 100 w 136"/>
                <a:gd name="T19" fmla="*/ 133 h 138"/>
                <a:gd name="T20" fmla="*/ 96 w 136"/>
                <a:gd name="T21" fmla="*/ 110 h 138"/>
                <a:gd name="T22" fmla="*/ 87 w 136"/>
                <a:gd name="T23" fmla="*/ 115 h 138"/>
                <a:gd name="T24" fmla="*/ 5 w 136"/>
                <a:gd name="T25" fmla="*/ 129 h 138"/>
                <a:gd name="T26" fmla="*/ 48 w 136"/>
                <a:gd name="T27" fmla="*/ 134 h 138"/>
                <a:gd name="T28" fmla="*/ 48 w 136"/>
                <a:gd name="T29" fmla="*/ 129 h 138"/>
                <a:gd name="T30" fmla="*/ 65 w 136"/>
                <a:gd name="T31" fmla="*/ 120 h 138"/>
                <a:gd name="T32" fmla="*/ 97 w 136"/>
                <a:gd name="T33" fmla="*/ 108 h 138"/>
                <a:gd name="T34" fmla="*/ 97 w 136"/>
                <a:gd name="T35" fmla="*/ 109 h 138"/>
                <a:gd name="T36" fmla="*/ 111 w 136"/>
                <a:gd name="T37" fmla="*/ 135 h 138"/>
                <a:gd name="T38" fmla="*/ 118 w 136"/>
                <a:gd name="T39" fmla="*/ 125 h 138"/>
                <a:gd name="T40" fmla="*/ 117 w 136"/>
                <a:gd name="T41" fmla="*/ 129 h 138"/>
                <a:gd name="T42" fmla="*/ 108 w 136"/>
                <a:gd name="T43" fmla="*/ 129 h 138"/>
                <a:gd name="T44" fmla="*/ 103 w 136"/>
                <a:gd name="T45" fmla="*/ 128 h 138"/>
                <a:gd name="T46" fmla="*/ 105 w 136"/>
                <a:gd name="T47" fmla="*/ 105 h 138"/>
                <a:gd name="T48" fmla="*/ 118 w 136"/>
                <a:gd name="T49" fmla="*/ 124 h 138"/>
                <a:gd name="T50" fmla="*/ 114 w 136"/>
                <a:gd name="T51" fmla="*/ 105 h 138"/>
                <a:gd name="T52" fmla="*/ 108 w 136"/>
                <a:gd name="T53" fmla="*/ 102 h 138"/>
                <a:gd name="T54" fmla="*/ 115 w 136"/>
                <a:gd name="T55" fmla="*/ 82 h 138"/>
                <a:gd name="T56" fmla="*/ 102 w 136"/>
                <a:gd name="T57" fmla="*/ 7 h 138"/>
                <a:gd name="T58" fmla="*/ 127 w 136"/>
                <a:gd name="T59" fmla="*/ 18 h 138"/>
                <a:gd name="T60" fmla="*/ 98 w 136"/>
                <a:gd name="T61" fmla="*/ 105 h 138"/>
                <a:gd name="T62" fmla="*/ 23 w 136"/>
                <a:gd name="T63" fmla="*/ 133 h 138"/>
                <a:gd name="T64" fmla="*/ 104 w 136"/>
                <a:gd name="T65" fmla="*/ 127 h 138"/>
                <a:gd name="T66" fmla="*/ 115 w 136"/>
                <a:gd name="T67" fmla="*/ 113 h 138"/>
                <a:gd name="T68" fmla="*/ 89 w 136"/>
                <a:gd name="T69" fmla="*/ 110 h 138"/>
                <a:gd name="T70" fmla="*/ 74 w 136"/>
                <a:gd name="T71" fmla="*/ 118 h 138"/>
                <a:gd name="T72" fmla="*/ 4 w 136"/>
                <a:gd name="T73" fmla="*/ 127 h 138"/>
                <a:gd name="T74" fmla="*/ 2 w 136"/>
                <a:gd name="T75" fmla="*/ 121 h 138"/>
                <a:gd name="T76" fmla="*/ 120 w 136"/>
                <a:gd name="T77" fmla="*/ 123 h 138"/>
                <a:gd name="T78" fmla="*/ 102 w 136"/>
                <a:gd name="T79" fmla="*/ 108 h 138"/>
                <a:gd name="T80" fmla="*/ 128 w 136"/>
                <a:gd name="T81" fmla="*/ 32 h 138"/>
                <a:gd name="T82" fmla="*/ 104 w 136"/>
                <a:gd name="T83" fmla="*/ 103 h 138"/>
                <a:gd name="T84" fmla="*/ 116 w 136"/>
                <a:gd name="T85" fmla="*/ 72 h 138"/>
                <a:gd name="T86" fmla="*/ 128 w 136"/>
                <a:gd name="T87" fmla="*/ 4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6" h="138">
                  <a:moveTo>
                    <a:pt x="26" y="138"/>
                  </a:moveTo>
                  <a:cubicBezTo>
                    <a:pt x="16" y="138"/>
                    <a:pt x="9" y="136"/>
                    <a:pt x="5" y="131"/>
                  </a:cubicBezTo>
                  <a:cubicBezTo>
                    <a:pt x="2" y="129"/>
                    <a:pt x="0" y="12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2" y="119"/>
                    <a:pt x="3" y="119"/>
                    <a:pt x="4" y="120"/>
                  </a:cubicBezTo>
                  <a:cubicBezTo>
                    <a:pt x="5" y="121"/>
                    <a:pt x="5" y="123"/>
                    <a:pt x="5" y="124"/>
                  </a:cubicBezTo>
                  <a:cubicBezTo>
                    <a:pt x="5" y="126"/>
                    <a:pt x="5" y="128"/>
                    <a:pt x="6" y="128"/>
                  </a:cubicBezTo>
                  <a:cubicBezTo>
                    <a:pt x="11" y="131"/>
                    <a:pt x="17" y="132"/>
                    <a:pt x="23" y="132"/>
                  </a:cubicBezTo>
                  <a:cubicBezTo>
                    <a:pt x="37" y="132"/>
                    <a:pt x="49" y="125"/>
                    <a:pt x="63" y="118"/>
                  </a:cubicBezTo>
                  <a:cubicBezTo>
                    <a:pt x="74" y="112"/>
                    <a:pt x="85" y="106"/>
                    <a:pt x="97" y="104"/>
                  </a:cubicBezTo>
                  <a:cubicBezTo>
                    <a:pt x="97" y="104"/>
                    <a:pt x="97" y="104"/>
                    <a:pt x="97" y="104"/>
                  </a:cubicBezTo>
                  <a:cubicBezTo>
                    <a:pt x="99" y="100"/>
                    <a:pt x="100" y="96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9" y="81"/>
                    <a:pt x="132" y="42"/>
                    <a:pt x="125" y="18"/>
                  </a:cubicBezTo>
                  <a:cubicBezTo>
                    <a:pt x="124" y="12"/>
                    <a:pt x="117" y="4"/>
                    <a:pt x="111" y="4"/>
                  </a:cubicBezTo>
                  <a:cubicBezTo>
                    <a:pt x="108" y="4"/>
                    <a:pt x="105" y="7"/>
                    <a:pt x="103" y="11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1" y="11"/>
                    <a:pt x="101" y="11"/>
                    <a:pt x="101" y="11"/>
                  </a:cubicBezTo>
                  <a:cubicBezTo>
                    <a:pt x="100" y="9"/>
                    <a:pt x="100" y="8"/>
                    <a:pt x="101" y="6"/>
                  </a:cubicBezTo>
                  <a:cubicBezTo>
                    <a:pt x="103" y="2"/>
                    <a:pt x="109" y="0"/>
                    <a:pt x="114" y="0"/>
                  </a:cubicBezTo>
                  <a:cubicBezTo>
                    <a:pt x="114" y="0"/>
                    <a:pt x="114" y="0"/>
                    <a:pt x="115" y="0"/>
                  </a:cubicBezTo>
                  <a:cubicBezTo>
                    <a:pt x="127" y="1"/>
                    <a:pt x="133" y="14"/>
                    <a:pt x="134" y="26"/>
                  </a:cubicBezTo>
                  <a:cubicBezTo>
                    <a:pt x="136" y="44"/>
                    <a:pt x="125" y="66"/>
                    <a:pt x="117" y="83"/>
                  </a:cubicBezTo>
                  <a:cubicBezTo>
                    <a:pt x="113" y="90"/>
                    <a:pt x="110" y="96"/>
                    <a:pt x="109" y="101"/>
                  </a:cubicBezTo>
                  <a:cubicBezTo>
                    <a:pt x="120" y="101"/>
                    <a:pt x="125" y="110"/>
                    <a:pt x="125" y="119"/>
                  </a:cubicBezTo>
                  <a:cubicBezTo>
                    <a:pt x="125" y="128"/>
                    <a:pt x="120" y="137"/>
                    <a:pt x="111" y="137"/>
                  </a:cubicBezTo>
                  <a:cubicBezTo>
                    <a:pt x="107" y="137"/>
                    <a:pt x="104" y="136"/>
                    <a:pt x="100" y="134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100" y="133"/>
                    <a:pt x="100" y="133"/>
                    <a:pt x="100" y="133"/>
                  </a:cubicBezTo>
                  <a:cubicBezTo>
                    <a:pt x="98" y="130"/>
                    <a:pt x="98" y="125"/>
                    <a:pt x="97" y="120"/>
                  </a:cubicBezTo>
                  <a:cubicBezTo>
                    <a:pt x="97" y="116"/>
                    <a:pt x="97" y="113"/>
                    <a:pt x="96" y="110"/>
                  </a:cubicBezTo>
                  <a:cubicBezTo>
                    <a:pt x="95" y="110"/>
                    <a:pt x="95" y="110"/>
                    <a:pt x="94" y="110"/>
                  </a:cubicBezTo>
                  <a:cubicBezTo>
                    <a:pt x="92" y="111"/>
                    <a:pt x="92" y="111"/>
                    <a:pt x="92" y="111"/>
                  </a:cubicBezTo>
                  <a:cubicBezTo>
                    <a:pt x="91" y="112"/>
                    <a:pt x="89" y="113"/>
                    <a:pt x="87" y="115"/>
                  </a:cubicBezTo>
                  <a:cubicBezTo>
                    <a:pt x="77" y="121"/>
                    <a:pt x="61" y="132"/>
                    <a:pt x="48" y="135"/>
                  </a:cubicBezTo>
                  <a:cubicBezTo>
                    <a:pt x="41" y="137"/>
                    <a:pt x="33" y="138"/>
                    <a:pt x="26" y="138"/>
                  </a:cubicBezTo>
                  <a:close/>
                  <a:moveTo>
                    <a:pt x="5" y="129"/>
                  </a:moveTo>
                  <a:cubicBezTo>
                    <a:pt x="5" y="130"/>
                    <a:pt x="5" y="130"/>
                    <a:pt x="6" y="130"/>
                  </a:cubicBezTo>
                  <a:cubicBezTo>
                    <a:pt x="10" y="134"/>
                    <a:pt x="17" y="137"/>
                    <a:pt x="26" y="137"/>
                  </a:cubicBezTo>
                  <a:cubicBezTo>
                    <a:pt x="33" y="137"/>
                    <a:pt x="41" y="135"/>
                    <a:pt x="48" y="134"/>
                  </a:cubicBezTo>
                  <a:cubicBezTo>
                    <a:pt x="61" y="130"/>
                    <a:pt x="76" y="120"/>
                    <a:pt x="86" y="114"/>
                  </a:cubicBezTo>
                  <a:cubicBezTo>
                    <a:pt x="82" y="115"/>
                    <a:pt x="78" y="117"/>
                    <a:pt x="75" y="119"/>
                  </a:cubicBezTo>
                  <a:cubicBezTo>
                    <a:pt x="66" y="124"/>
                    <a:pt x="57" y="129"/>
                    <a:pt x="48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54" y="126"/>
                    <a:pt x="59" y="123"/>
                    <a:pt x="65" y="120"/>
                  </a:cubicBezTo>
                  <a:cubicBezTo>
                    <a:pt x="75" y="114"/>
                    <a:pt x="85" y="108"/>
                    <a:pt x="96" y="108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8" y="112"/>
                    <a:pt x="99" y="116"/>
                    <a:pt x="99" y="120"/>
                  </a:cubicBezTo>
                  <a:cubicBezTo>
                    <a:pt x="99" y="124"/>
                    <a:pt x="100" y="129"/>
                    <a:pt x="101" y="132"/>
                  </a:cubicBezTo>
                  <a:cubicBezTo>
                    <a:pt x="104" y="134"/>
                    <a:pt x="108" y="135"/>
                    <a:pt x="111" y="135"/>
                  </a:cubicBezTo>
                  <a:cubicBezTo>
                    <a:pt x="118" y="135"/>
                    <a:pt x="122" y="129"/>
                    <a:pt x="123" y="123"/>
                  </a:cubicBezTo>
                  <a:cubicBezTo>
                    <a:pt x="122" y="124"/>
                    <a:pt x="121" y="125"/>
                    <a:pt x="119" y="125"/>
                  </a:cubicBezTo>
                  <a:cubicBezTo>
                    <a:pt x="118" y="125"/>
                    <a:pt x="118" y="125"/>
                    <a:pt x="118" y="125"/>
                  </a:cubicBezTo>
                  <a:cubicBezTo>
                    <a:pt x="118" y="127"/>
                    <a:pt x="117" y="128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5" y="130"/>
                    <a:pt x="114" y="130"/>
                    <a:pt x="113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1" y="130"/>
                    <a:pt x="109" y="130"/>
                    <a:pt x="108" y="129"/>
                  </a:cubicBezTo>
                  <a:cubicBezTo>
                    <a:pt x="106" y="129"/>
                    <a:pt x="105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3" y="128"/>
                    <a:pt x="103" y="128"/>
                    <a:pt x="103" y="128"/>
                  </a:cubicBezTo>
                  <a:cubicBezTo>
                    <a:pt x="100" y="122"/>
                    <a:pt x="100" y="110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10" y="106"/>
                    <a:pt x="114" y="108"/>
                    <a:pt x="116" y="112"/>
                  </a:cubicBezTo>
                  <a:cubicBezTo>
                    <a:pt x="118" y="116"/>
                    <a:pt x="119" y="120"/>
                    <a:pt x="118" y="124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21" y="119"/>
                    <a:pt x="119" y="116"/>
                    <a:pt x="117" y="112"/>
                  </a:cubicBezTo>
                  <a:cubicBezTo>
                    <a:pt x="116" y="110"/>
                    <a:pt x="115" y="109"/>
                    <a:pt x="114" y="106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5"/>
                    <a:pt x="115" y="105"/>
                    <a:pt x="115" y="105"/>
                  </a:cubicBezTo>
                  <a:cubicBezTo>
                    <a:pt x="117" y="106"/>
                    <a:pt x="121" y="109"/>
                    <a:pt x="123" y="113"/>
                  </a:cubicBezTo>
                  <a:cubicBezTo>
                    <a:pt x="121" y="107"/>
                    <a:pt x="116" y="102"/>
                    <a:pt x="108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8" y="97"/>
                    <a:pt x="112" y="90"/>
                    <a:pt x="115" y="82"/>
                  </a:cubicBezTo>
                  <a:cubicBezTo>
                    <a:pt x="124" y="65"/>
                    <a:pt x="134" y="44"/>
                    <a:pt x="133" y="26"/>
                  </a:cubicBezTo>
                  <a:cubicBezTo>
                    <a:pt x="131" y="15"/>
                    <a:pt x="126" y="3"/>
                    <a:pt x="115" y="2"/>
                  </a:cubicBezTo>
                  <a:cubicBezTo>
                    <a:pt x="110" y="1"/>
                    <a:pt x="104" y="4"/>
                    <a:pt x="102" y="7"/>
                  </a:cubicBezTo>
                  <a:cubicBezTo>
                    <a:pt x="102" y="7"/>
                    <a:pt x="102" y="8"/>
                    <a:pt x="102" y="9"/>
                  </a:cubicBezTo>
                  <a:cubicBezTo>
                    <a:pt x="105" y="4"/>
                    <a:pt x="109" y="3"/>
                    <a:pt x="111" y="3"/>
                  </a:cubicBezTo>
                  <a:cubicBezTo>
                    <a:pt x="118" y="3"/>
                    <a:pt x="125" y="11"/>
                    <a:pt x="127" y="18"/>
                  </a:cubicBezTo>
                  <a:cubicBezTo>
                    <a:pt x="133" y="42"/>
                    <a:pt x="110" y="81"/>
                    <a:pt x="101" y="91"/>
                  </a:cubicBezTo>
                  <a:cubicBezTo>
                    <a:pt x="102" y="96"/>
                    <a:pt x="100" y="100"/>
                    <a:pt x="99" y="104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86" y="107"/>
                    <a:pt x="75" y="113"/>
                    <a:pt x="64" y="119"/>
                  </a:cubicBezTo>
                  <a:cubicBezTo>
                    <a:pt x="51" y="126"/>
                    <a:pt x="37" y="133"/>
                    <a:pt x="23" y="133"/>
                  </a:cubicBezTo>
                  <a:cubicBezTo>
                    <a:pt x="17" y="133"/>
                    <a:pt x="11" y="132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lose/>
                  <a:moveTo>
                    <a:pt x="104" y="127"/>
                  </a:moveTo>
                  <a:cubicBezTo>
                    <a:pt x="106" y="127"/>
                    <a:pt x="107" y="127"/>
                    <a:pt x="108" y="128"/>
                  </a:cubicBezTo>
                  <a:cubicBezTo>
                    <a:pt x="111" y="129"/>
                    <a:pt x="113" y="129"/>
                    <a:pt x="116" y="128"/>
                  </a:cubicBezTo>
                  <a:cubicBezTo>
                    <a:pt x="118" y="123"/>
                    <a:pt x="118" y="117"/>
                    <a:pt x="115" y="113"/>
                  </a:cubicBezTo>
                  <a:cubicBezTo>
                    <a:pt x="113" y="110"/>
                    <a:pt x="109" y="107"/>
                    <a:pt x="105" y="107"/>
                  </a:cubicBezTo>
                  <a:cubicBezTo>
                    <a:pt x="102" y="111"/>
                    <a:pt x="102" y="121"/>
                    <a:pt x="104" y="127"/>
                  </a:cubicBezTo>
                  <a:close/>
                  <a:moveTo>
                    <a:pt x="89" y="110"/>
                  </a:moveTo>
                  <a:cubicBezTo>
                    <a:pt x="81" y="112"/>
                    <a:pt x="73" y="117"/>
                    <a:pt x="65" y="121"/>
                  </a:cubicBezTo>
                  <a:cubicBezTo>
                    <a:pt x="61" y="123"/>
                    <a:pt x="57" y="125"/>
                    <a:pt x="53" y="127"/>
                  </a:cubicBezTo>
                  <a:cubicBezTo>
                    <a:pt x="60" y="126"/>
                    <a:pt x="67" y="122"/>
                    <a:pt x="74" y="118"/>
                  </a:cubicBezTo>
                  <a:cubicBezTo>
                    <a:pt x="79" y="115"/>
                    <a:pt x="84" y="112"/>
                    <a:pt x="89" y="110"/>
                  </a:cubicBezTo>
                  <a:close/>
                  <a:moveTo>
                    <a:pt x="2" y="121"/>
                  </a:moveTo>
                  <a:cubicBezTo>
                    <a:pt x="2" y="123"/>
                    <a:pt x="3" y="125"/>
                    <a:pt x="4" y="127"/>
                  </a:cubicBezTo>
                  <a:cubicBezTo>
                    <a:pt x="3" y="127"/>
                    <a:pt x="3" y="125"/>
                    <a:pt x="3" y="124"/>
                  </a:cubicBezTo>
                  <a:cubicBezTo>
                    <a:pt x="3" y="123"/>
                    <a:pt x="4" y="122"/>
                    <a:pt x="3" y="121"/>
                  </a:cubicBezTo>
                  <a:cubicBezTo>
                    <a:pt x="3" y="121"/>
                    <a:pt x="3" y="121"/>
                    <a:pt x="2" y="121"/>
                  </a:cubicBezTo>
                  <a:close/>
                  <a:moveTo>
                    <a:pt x="116" y="108"/>
                  </a:moveTo>
                  <a:cubicBezTo>
                    <a:pt x="117" y="109"/>
                    <a:pt x="118" y="110"/>
                    <a:pt x="118" y="111"/>
                  </a:cubicBezTo>
                  <a:cubicBezTo>
                    <a:pt x="120" y="115"/>
                    <a:pt x="122" y="118"/>
                    <a:pt x="120" y="123"/>
                  </a:cubicBezTo>
                  <a:cubicBezTo>
                    <a:pt x="122" y="122"/>
                    <a:pt x="123" y="121"/>
                    <a:pt x="123" y="119"/>
                  </a:cubicBezTo>
                  <a:cubicBezTo>
                    <a:pt x="123" y="115"/>
                    <a:pt x="119" y="110"/>
                    <a:pt x="116" y="108"/>
                  </a:cubicBezTo>
                  <a:close/>
                  <a:moveTo>
                    <a:pt x="102" y="108"/>
                  </a:moveTo>
                  <a:cubicBezTo>
                    <a:pt x="103" y="103"/>
                    <a:pt x="103" y="103"/>
                    <a:pt x="103" y="103"/>
                  </a:cubicBezTo>
                  <a:cubicBezTo>
                    <a:pt x="104" y="92"/>
                    <a:pt x="109" y="82"/>
                    <a:pt x="114" y="72"/>
                  </a:cubicBezTo>
                  <a:cubicBezTo>
                    <a:pt x="121" y="60"/>
                    <a:pt x="127" y="47"/>
                    <a:pt x="128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31" y="51"/>
                    <a:pt x="122" y="68"/>
                    <a:pt x="114" y="84"/>
                  </a:cubicBezTo>
                  <a:cubicBezTo>
                    <a:pt x="110" y="90"/>
                    <a:pt x="107" y="97"/>
                    <a:pt x="104" y="103"/>
                  </a:cubicBezTo>
                  <a:lnTo>
                    <a:pt x="102" y="108"/>
                  </a:lnTo>
                  <a:close/>
                  <a:moveTo>
                    <a:pt x="128" y="44"/>
                  </a:moveTo>
                  <a:cubicBezTo>
                    <a:pt x="125" y="54"/>
                    <a:pt x="120" y="63"/>
                    <a:pt x="116" y="72"/>
                  </a:cubicBezTo>
                  <a:cubicBezTo>
                    <a:pt x="111" y="81"/>
                    <a:pt x="107" y="89"/>
                    <a:pt x="105" y="97"/>
                  </a:cubicBezTo>
                  <a:cubicBezTo>
                    <a:pt x="108" y="92"/>
                    <a:pt x="110" y="88"/>
                    <a:pt x="112" y="83"/>
                  </a:cubicBezTo>
                  <a:cubicBezTo>
                    <a:pt x="119" y="71"/>
                    <a:pt x="126" y="58"/>
                    <a:pt x="128" y="44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836613" y="1031195"/>
            <a:ext cx="5943600" cy="4572000"/>
          </a:xfr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bg1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92891" y="3555521"/>
            <a:ext cx="3840480" cy="216851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t>‹#›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t>4/11/2026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957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t>‹#›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t>4/11/2026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793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24268" y="304800"/>
            <a:ext cx="1729531" cy="5676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04800"/>
            <a:ext cx="8633671" cy="5676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B156B-59AE-415F-B24B-8756D48BB977}" type="slidenum">
              <a:rPr/>
              <a:t>‹#›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99945-0A15-4715-AB6C-F5E56CF20F70}" type="datetimeFigureOut">
              <a:rPr lang="en-US"/>
              <a:t>4/11/2026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5803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 t="-6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5212" y="304800"/>
            <a:ext cx="10058402" cy="1219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4" y="1752600"/>
            <a:ext cx="10058400" cy="4229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213" y="6019801"/>
            <a:ext cx="7620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022B156B-59AE-415F-B24B-8756D48BB9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79613" y="6019801"/>
            <a:ext cx="594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1" y="6019801"/>
            <a:ext cx="139626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4CF99945-0A15-4715-AB6C-F5E56CF20F70}" type="datetimeFigureOut">
              <a:rPr lang="en-US" smtClean="0"/>
              <a:pPr/>
              <a:t>4/11/2026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30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61" r:id="rId9"/>
    <p:sldLayoutId id="2147483662" r:id="rId10"/>
    <p:sldLayoutId id="2147483656" r:id="rId11"/>
    <p:sldLayoutId id="2147483657" r:id="rId12"/>
    <p:sldLayoutId id="2147483658" r:id="rId13"/>
    <p:sldLayoutId id="214748365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3464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id-ID" b="1" dirty="0"/>
            </a:br>
            <a:r>
              <a:rPr lang="id-ID" b="1" dirty="0"/>
              <a:t>ANAK DENGAN PERKEMBANGAN NONNORMATIF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b="1" dirty="0"/>
              <a:t>Pertemuan 1 modul 1</a:t>
            </a:r>
          </a:p>
        </p:txBody>
      </p:sp>
    </p:spTree>
    <p:extLst>
      <p:ext uri="{BB962C8B-B14F-4D97-AF65-F5344CB8AC3E}">
        <p14:creationId xmlns:p14="http://schemas.microsoft.com/office/powerpoint/2010/main" val="179011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600" b="1" dirty="0" err="1"/>
              <a:t>Hakikat</a:t>
            </a:r>
            <a:r>
              <a:rPr lang="en-US" sz="3600" b="1" dirty="0"/>
              <a:t> </a:t>
            </a:r>
            <a:r>
              <a:rPr lang="en-US" sz="3600" b="1" dirty="0" err="1"/>
              <a:t>Perkembangan</a:t>
            </a:r>
            <a:r>
              <a:rPr lang="en-US" sz="3600" b="1" dirty="0"/>
              <a:t> </a:t>
            </a:r>
            <a:r>
              <a:rPr lang="en-US" sz="3600" b="1" dirty="0" err="1"/>
              <a:t>Anak</a:t>
            </a:r>
            <a:r>
              <a:rPr lang="en-US" sz="3600" b="1" dirty="0"/>
              <a:t> yang </a:t>
            </a:r>
            <a:r>
              <a:rPr lang="en-US" sz="3600" b="1" dirty="0" err="1"/>
              <a:t>Bersifat</a:t>
            </a:r>
            <a:r>
              <a:rPr lang="en-US" sz="3600" b="1" dirty="0"/>
              <a:t> </a:t>
            </a:r>
            <a:r>
              <a:rPr lang="en-US" sz="3600" b="1" dirty="0" err="1"/>
              <a:t>Nonnormatif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69675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440" y="823356"/>
            <a:ext cx="3112000" cy="1219200"/>
          </a:xfrm>
        </p:spPr>
        <p:txBody>
          <a:bodyPr/>
          <a:lstStyle/>
          <a:p>
            <a:r>
              <a:rPr lang="en-US" dirty="0" err="1"/>
              <a:t>Pengertian</a:t>
            </a:r>
            <a:r>
              <a:rPr lang="en-US" dirty="0"/>
              <a:t> 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1809553"/>
              </p:ext>
            </p:extLst>
          </p:nvPr>
        </p:nvGraphicFramePr>
        <p:xfrm>
          <a:off x="3230880" y="162560"/>
          <a:ext cx="8691945" cy="64044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81440" y="2042556"/>
            <a:ext cx="21256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Penggunaan</a:t>
            </a:r>
            <a:r>
              <a:rPr lang="en-US" dirty="0">
                <a:solidFill>
                  <a:schemeClr val="tx2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pendekatan</a:t>
            </a:r>
            <a:r>
              <a:rPr lang="en-US" dirty="0">
                <a:solidFill>
                  <a:schemeClr val="tx2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perkembangan</a:t>
            </a:r>
            <a:r>
              <a:rPr lang="en-US" dirty="0">
                <a:solidFill>
                  <a:schemeClr val="tx2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untuk</a:t>
            </a:r>
            <a:r>
              <a:rPr lang="en-US" dirty="0">
                <a:solidFill>
                  <a:schemeClr val="tx2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melihat</a:t>
            </a:r>
            <a:r>
              <a:rPr lang="en-US" dirty="0">
                <a:solidFill>
                  <a:schemeClr val="tx2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kelainan</a:t>
            </a:r>
            <a:r>
              <a:rPr lang="en-US" dirty="0">
                <a:solidFill>
                  <a:schemeClr val="tx2">
                    <a:lumMod val="95000"/>
                    <a:lumOff val="5000"/>
                  </a:schemeClr>
                </a:solidFill>
              </a:rPr>
              <a:t> yang </a:t>
            </a:r>
            <a:r>
              <a:rPr lang="en-US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diderita</a:t>
            </a:r>
            <a:r>
              <a:rPr lang="en-US" dirty="0">
                <a:solidFill>
                  <a:schemeClr val="tx2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anak</a:t>
            </a:r>
            <a:r>
              <a:rPr lang="en-US" dirty="0">
                <a:solidFill>
                  <a:schemeClr val="tx2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berlandasakan</a:t>
            </a:r>
            <a:r>
              <a:rPr lang="en-US" dirty="0">
                <a:solidFill>
                  <a:schemeClr val="tx2">
                    <a:lumMod val="95000"/>
                    <a:lumOff val="5000"/>
                  </a:schemeClr>
                </a:solidFill>
              </a:rPr>
              <a:t> 4 </a:t>
            </a:r>
            <a:r>
              <a:rPr lang="en-US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dasar</a:t>
            </a:r>
            <a:r>
              <a:rPr lang="en-US" dirty="0">
                <a:solidFill>
                  <a:schemeClr val="tx2">
                    <a:lumMod val="95000"/>
                    <a:lumOff val="5000"/>
                  </a:schemeClr>
                </a:solidFill>
              </a:rPr>
              <a:t>/</a:t>
            </a:r>
            <a:r>
              <a:rPr lang="en-US" dirty="0" err="1">
                <a:solidFill>
                  <a:schemeClr val="tx2">
                    <a:lumMod val="95000"/>
                    <a:lumOff val="5000"/>
                  </a:schemeClr>
                </a:solidFill>
              </a:rPr>
              <a:t>prinsip</a:t>
            </a:r>
            <a:endParaRPr lang="en-US" dirty="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331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b="1" dirty="0" err="1"/>
              <a:t>Apakah</a:t>
            </a:r>
            <a:r>
              <a:rPr lang="en-US" sz="2800" b="1" dirty="0"/>
              <a:t> yang </a:t>
            </a:r>
            <a:r>
              <a:rPr lang="en-US" sz="2800" b="1" dirty="0" err="1"/>
              <a:t>Disebut</a:t>
            </a:r>
            <a:r>
              <a:rPr lang="en-US" sz="2800" b="1" dirty="0"/>
              <a:t> </a:t>
            </a:r>
            <a:r>
              <a:rPr lang="en-US" sz="2800" b="1" dirty="0" err="1"/>
              <a:t>Kelainan</a:t>
            </a:r>
            <a:r>
              <a:rPr lang="en-US" sz="2800" b="1" dirty="0"/>
              <a:t> </a:t>
            </a:r>
            <a:r>
              <a:rPr lang="en-US" sz="2800" b="1" dirty="0" err="1"/>
              <a:t>atau</a:t>
            </a:r>
            <a:r>
              <a:rPr lang="en-US" sz="2800" b="1" dirty="0"/>
              <a:t> Abnormal?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93449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765111061"/>
              </p:ext>
            </p:extLst>
          </p:nvPr>
        </p:nvGraphicFramePr>
        <p:xfrm>
          <a:off x="660268" y="1510747"/>
          <a:ext cx="10490662" cy="48188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5704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5086" y="202584"/>
            <a:ext cx="8641031" cy="1391084"/>
          </a:xfrm>
          <a:noFill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lvl="0"/>
            <a:r>
              <a:rPr lang="id-ID" sz="4000" b="1" dirty="0">
                <a:solidFill>
                  <a:srgbClr val="7030A0"/>
                </a:solidFill>
              </a:rPr>
              <a:t>1. </a:t>
            </a:r>
            <a:r>
              <a:rPr lang="en-US" sz="4000" b="1" dirty="0">
                <a:solidFill>
                  <a:schemeClr val="tx2"/>
                </a:solidFill>
              </a:rPr>
              <a:t>Model </a:t>
            </a:r>
            <a:r>
              <a:rPr lang="en-US" sz="4000" b="1" dirty="0" err="1">
                <a:solidFill>
                  <a:schemeClr val="tx2"/>
                </a:solidFill>
              </a:rPr>
              <a:t>medis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endParaRPr lang="en-US" sz="4000" dirty="0"/>
          </a:p>
        </p:txBody>
      </p:sp>
      <p:sp>
        <p:nvSpPr>
          <p:cNvPr id="4" name="Rounded Rectangle 3"/>
          <p:cNvSpPr/>
          <p:nvPr/>
        </p:nvSpPr>
        <p:spPr>
          <a:xfrm>
            <a:off x="3273333" y="1497875"/>
            <a:ext cx="7876903" cy="609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b="1" dirty="0">
                <a:solidFill>
                  <a:schemeClr val="tx2"/>
                </a:solidFill>
              </a:rPr>
              <a:t>Medical Model</a:t>
            </a:r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005871254"/>
              </p:ext>
            </p:extLst>
          </p:nvPr>
        </p:nvGraphicFramePr>
        <p:xfrm>
          <a:off x="418012" y="2233748"/>
          <a:ext cx="11612880" cy="43499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474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568345"/>
            <a:ext cx="8953500" cy="1560716"/>
          </a:xfrm>
        </p:spPr>
        <p:txBody>
          <a:bodyPr>
            <a:normAutofit/>
          </a:bodyPr>
          <a:lstStyle/>
          <a:p>
            <a:pPr lvl="0"/>
            <a:r>
              <a:rPr lang="en-US" b="1" dirty="0">
                <a:solidFill>
                  <a:srgbClr val="7030A0"/>
                </a:solidFill>
              </a:rPr>
              <a:t>2. </a:t>
            </a:r>
            <a:r>
              <a:rPr lang="en-US" b="1" dirty="0" err="1">
                <a:solidFill>
                  <a:schemeClr val="tx2"/>
                </a:solidFill>
              </a:rPr>
              <a:t>Penyimpangan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dari</a:t>
            </a:r>
            <a:r>
              <a:rPr lang="en-US" b="1" dirty="0">
                <a:solidFill>
                  <a:schemeClr val="tx2"/>
                </a:solidFill>
              </a:rPr>
              <a:t> rata-rata</a:t>
            </a:r>
            <a:br>
              <a:rPr lang="en-US" b="1" dirty="0">
                <a:solidFill>
                  <a:schemeClr val="tx2"/>
                </a:solidFill>
              </a:rPr>
            </a:br>
            <a:br>
              <a:rPr lang="en-US" sz="3200" b="1" dirty="0"/>
            </a:br>
            <a:r>
              <a:rPr lang="en-US" sz="2400" b="1" dirty="0">
                <a:solidFill>
                  <a:schemeClr val="tx2"/>
                </a:solidFill>
              </a:rPr>
              <a:t>Abnormality as Deviation From the Average</a:t>
            </a:r>
            <a:endParaRPr lang="id-ID" sz="2400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9851817"/>
              </p:ext>
            </p:extLst>
          </p:nvPr>
        </p:nvGraphicFramePr>
        <p:xfrm>
          <a:off x="304800" y="2438400"/>
          <a:ext cx="11399838" cy="4279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7700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3700" y="104503"/>
            <a:ext cx="9149443" cy="202455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3</a:t>
            </a:r>
            <a:r>
              <a:rPr lang="id-ID" sz="3600" b="1" dirty="0"/>
              <a:t>. </a:t>
            </a:r>
            <a:r>
              <a:rPr lang="en-US" b="1" dirty="0" err="1">
                <a:solidFill>
                  <a:schemeClr val="tx2"/>
                </a:solidFill>
              </a:rPr>
              <a:t>Penyimpangan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dari</a:t>
            </a:r>
            <a:r>
              <a:rPr lang="en-US" b="1" dirty="0">
                <a:solidFill>
                  <a:schemeClr val="tx2"/>
                </a:solidFill>
              </a:rPr>
              <a:t> yang ideal </a:t>
            </a:r>
            <a:br>
              <a:rPr lang="en-US" b="1" dirty="0">
                <a:solidFill>
                  <a:schemeClr val="tx2"/>
                </a:solidFill>
              </a:rPr>
            </a:br>
            <a:br>
              <a:rPr lang="en-US" dirty="0"/>
            </a:br>
            <a:r>
              <a:rPr lang="en-US" sz="1600" b="1" dirty="0">
                <a:solidFill>
                  <a:schemeClr val="tx2"/>
                </a:solidFill>
              </a:rPr>
              <a:t>Abnormality as Deviation From the Average</a:t>
            </a:r>
            <a:endParaRPr lang="id-ID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05688407"/>
              </p:ext>
            </p:extLst>
          </p:nvPr>
        </p:nvGraphicFramePr>
        <p:xfrm>
          <a:off x="1062681" y="2129061"/>
          <a:ext cx="10621319" cy="45384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4396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 err="1"/>
              <a:t>Ciri-Ciri</a:t>
            </a:r>
            <a:r>
              <a:rPr lang="en-US" sz="2400" b="1" dirty="0"/>
              <a:t> </a:t>
            </a:r>
            <a:r>
              <a:rPr lang="en-US" sz="2400" b="1" dirty="0" err="1"/>
              <a:t>Anak</a:t>
            </a:r>
            <a:r>
              <a:rPr lang="en-US" sz="2400" b="1" dirty="0"/>
              <a:t> </a:t>
            </a:r>
            <a:r>
              <a:rPr lang="en-US" sz="2400" b="1" dirty="0" err="1"/>
              <a:t>dengan</a:t>
            </a:r>
            <a:r>
              <a:rPr lang="en-US" sz="2400" b="1" dirty="0"/>
              <a:t> </a:t>
            </a:r>
            <a:r>
              <a:rPr lang="en-US" sz="2400" b="1" dirty="0" err="1"/>
              <a:t>Perkembangan</a:t>
            </a:r>
            <a:r>
              <a:rPr lang="en-US" sz="2400" b="1" dirty="0"/>
              <a:t> </a:t>
            </a:r>
            <a:r>
              <a:rPr lang="en-US" sz="2400" b="1" dirty="0" err="1"/>
              <a:t>Nonnormatif</a:t>
            </a:r>
            <a:endParaRPr lang="en-US" sz="2400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392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505327975"/>
              </p:ext>
            </p:extLst>
          </p:nvPr>
        </p:nvGraphicFramePr>
        <p:xfrm>
          <a:off x="1569308" y="420130"/>
          <a:ext cx="9588500" cy="6020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7046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121113648"/>
              </p:ext>
            </p:extLst>
          </p:nvPr>
        </p:nvGraphicFramePr>
        <p:xfrm>
          <a:off x="723900" y="673100"/>
          <a:ext cx="10845800" cy="5782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058227" y="503382"/>
            <a:ext cx="54991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Menurut</a:t>
            </a:r>
            <a:r>
              <a:rPr lang="en-US" sz="2400" dirty="0"/>
              <a:t> Mash </a:t>
            </a:r>
            <a:r>
              <a:rPr lang="en-US" sz="2400" dirty="0" err="1"/>
              <a:t>dan</a:t>
            </a:r>
            <a:r>
              <a:rPr lang="en-US" sz="2400" dirty="0"/>
              <a:t> Wolfe (2013)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beberapa</a:t>
            </a:r>
            <a:r>
              <a:rPr lang="en-US" sz="2400" dirty="0"/>
              <a:t> </a:t>
            </a:r>
            <a:r>
              <a:rPr lang="en-US" sz="2400" dirty="0" err="1"/>
              <a:t>pola</a:t>
            </a:r>
            <a:r>
              <a:rPr lang="en-US" sz="2400" dirty="0"/>
              <a:t> yang </a:t>
            </a:r>
            <a:r>
              <a:rPr lang="en-US" sz="2400" dirty="0" err="1"/>
              <a:t>berhubungan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keadaan</a:t>
            </a:r>
            <a:r>
              <a:rPr lang="en-US" sz="2400" dirty="0"/>
              <a:t> </a:t>
            </a:r>
            <a:r>
              <a:rPr lang="en-US" sz="2400" dirty="0" err="1"/>
              <a:t>nonnnormatif</a:t>
            </a:r>
            <a:r>
              <a:rPr lang="en-US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211899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4211319324"/>
              </p:ext>
            </p:extLst>
          </p:nvPr>
        </p:nvGraphicFramePr>
        <p:xfrm>
          <a:off x="1237736" y="1680520"/>
          <a:ext cx="9179011" cy="39170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3400" y="533400"/>
            <a:ext cx="5143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Rangkuman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243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845988762"/>
              </p:ext>
            </p:extLst>
          </p:nvPr>
        </p:nvGraphicFramePr>
        <p:xfrm>
          <a:off x="1151238" y="1408671"/>
          <a:ext cx="9179011" cy="39170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803073" y="524163"/>
            <a:ext cx="5143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Rangkuman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54746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4254020243"/>
              </p:ext>
            </p:extLst>
          </p:nvPr>
        </p:nvGraphicFramePr>
        <p:xfrm>
          <a:off x="1274805" y="1544596"/>
          <a:ext cx="9179011" cy="39170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3400" y="533400"/>
            <a:ext cx="5143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Rangkuman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5495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 err="1"/>
              <a:t>Faktor-Faktor</a:t>
            </a:r>
            <a:r>
              <a:rPr lang="en-US" sz="2400" b="1" dirty="0"/>
              <a:t> yang </a:t>
            </a:r>
            <a:r>
              <a:rPr lang="en-US" sz="2400" b="1" dirty="0" err="1"/>
              <a:t>Memengaruhi</a:t>
            </a:r>
            <a:r>
              <a:rPr lang="en-US" sz="2400" b="1" dirty="0"/>
              <a:t> </a:t>
            </a:r>
            <a:r>
              <a:rPr lang="en-US" sz="2400" b="1" dirty="0" err="1"/>
              <a:t>Perkembangan</a:t>
            </a:r>
            <a:r>
              <a:rPr lang="en-US" sz="2400" b="1" dirty="0"/>
              <a:t> </a:t>
            </a:r>
            <a:r>
              <a:rPr lang="en-US" sz="2400" b="1" dirty="0" err="1"/>
              <a:t>Nonnormatif</a:t>
            </a:r>
            <a:r>
              <a:rPr lang="en-US" sz="2400" b="1" dirty="0"/>
              <a:t> &amp; </a:t>
            </a:r>
            <a:r>
              <a:rPr lang="en-US" sz="2400" b="1" dirty="0" err="1"/>
              <a:t>Identifikasi</a:t>
            </a:r>
            <a:r>
              <a:rPr lang="en-US" sz="2400" b="1" dirty="0"/>
              <a:t> </a:t>
            </a:r>
            <a:r>
              <a:rPr lang="en-US" sz="2400" b="1" dirty="0" err="1"/>
              <a:t>Penanganan</a:t>
            </a:r>
            <a:r>
              <a:rPr lang="en-US" sz="2400" b="1" dirty="0"/>
              <a:t> </a:t>
            </a:r>
            <a:r>
              <a:rPr lang="en-US" sz="2400" b="1" dirty="0" err="1"/>
              <a:t>Anak</a:t>
            </a:r>
            <a:r>
              <a:rPr lang="en-US" sz="2400" b="1" dirty="0"/>
              <a:t> </a:t>
            </a:r>
            <a:r>
              <a:rPr lang="en-US" sz="2400" b="1" dirty="0" err="1"/>
              <a:t>dengan</a:t>
            </a:r>
            <a:r>
              <a:rPr lang="en-US" sz="2400" b="1" dirty="0"/>
              <a:t> </a:t>
            </a:r>
            <a:r>
              <a:rPr lang="en-US" sz="2400" b="1" dirty="0" err="1"/>
              <a:t>Perkembangan</a:t>
            </a:r>
            <a:r>
              <a:rPr lang="en-US" sz="2400" b="1" dirty="0"/>
              <a:t> </a:t>
            </a:r>
            <a:r>
              <a:rPr lang="en-US" sz="2400" b="1" dirty="0" err="1"/>
              <a:t>Nonnormatif</a:t>
            </a:r>
            <a:endParaRPr lang="en-US" sz="2400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65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630789380"/>
              </p:ext>
            </p:extLst>
          </p:nvPr>
        </p:nvGraphicFramePr>
        <p:xfrm>
          <a:off x="3962399" y="1235034"/>
          <a:ext cx="7806047" cy="4903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81000"/>
            <a:ext cx="42545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Faktor-faktor</a:t>
            </a:r>
            <a:r>
              <a:rPr lang="en-US" sz="2800" dirty="0"/>
              <a:t> yang </a:t>
            </a:r>
            <a:r>
              <a:rPr lang="en-US" sz="2800" dirty="0" err="1"/>
              <a:t>memengaruhi</a:t>
            </a:r>
            <a:r>
              <a:rPr lang="en-US" sz="2800" dirty="0"/>
              <a:t> </a:t>
            </a:r>
            <a:r>
              <a:rPr lang="en-US" sz="2800" dirty="0" err="1"/>
              <a:t>perkembangan</a:t>
            </a:r>
            <a:r>
              <a:rPr lang="en-US" sz="2800" dirty="0"/>
              <a:t> </a:t>
            </a:r>
            <a:r>
              <a:rPr lang="en-US" sz="2800" dirty="0" err="1"/>
              <a:t>nonnormatif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62801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717704634"/>
              </p:ext>
            </p:extLst>
          </p:nvPr>
        </p:nvGraphicFramePr>
        <p:xfrm>
          <a:off x="259492" y="889686"/>
          <a:ext cx="11253228" cy="51937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17837" y="308919"/>
            <a:ext cx="3472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Cetak</a:t>
            </a:r>
            <a:r>
              <a:rPr lang="en-US" sz="2400" dirty="0"/>
              <a:t> </a:t>
            </a:r>
            <a:r>
              <a:rPr lang="en-US" sz="2400" dirty="0" err="1"/>
              <a:t>biru</a:t>
            </a:r>
            <a:r>
              <a:rPr lang="en-US" sz="2400" dirty="0"/>
              <a:t> </a:t>
            </a:r>
            <a:r>
              <a:rPr lang="en-US" sz="2400" dirty="0" err="1"/>
              <a:t>biologis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81247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863421451"/>
              </p:ext>
            </p:extLst>
          </p:nvPr>
        </p:nvGraphicFramePr>
        <p:xfrm>
          <a:off x="1156435" y="690780"/>
          <a:ext cx="10430084" cy="61672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643448" y="3002691"/>
            <a:ext cx="23354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tx2"/>
                </a:solidFill>
              </a:rPr>
              <a:t>Genetik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atau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lingkungan</a:t>
            </a:r>
            <a:r>
              <a:rPr lang="en-US" dirty="0">
                <a:solidFill>
                  <a:schemeClr val="tx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96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315749448"/>
              </p:ext>
            </p:extLst>
          </p:nvPr>
        </p:nvGraphicFramePr>
        <p:xfrm>
          <a:off x="753763" y="819782"/>
          <a:ext cx="10503242" cy="57953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84205" y="296562"/>
            <a:ext cx="3867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Konteks</a:t>
            </a:r>
            <a:r>
              <a:rPr lang="en-US" sz="2800" dirty="0"/>
              <a:t> </a:t>
            </a:r>
            <a:r>
              <a:rPr lang="en-US" sz="2800" dirty="0" err="1"/>
              <a:t>sosial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14929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052390618"/>
              </p:ext>
            </p:extLst>
          </p:nvPr>
        </p:nvGraphicFramePr>
        <p:xfrm>
          <a:off x="3341816" y="80616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81913" y="2286000"/>
            <a:ext cx="25949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Faktor</a:t>
            </a:r>
            <a:r>
              <a:rPr lang="en-US" sz="2400" dirty="0"/>
              <a:t> yang </a:t>
            </a:r>
            <a:r>
              <a:rPr lang="en-US" sz="2400" dirty="0" err="1"/>
              <a:t>melindungi</a:t>
            </a:r>
            <a:r>
              <a:rPr lang="en-US" sz="2400" dirty="0"/>
              <a:t> </a:t>
            </a:r>
            <a:r>
              <a:rPr lang="en-US" sz="2400" dirty="0" err="1"/>
              <a:t>anak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kerusakan</a:t>
            </a:r>
            <a:r>
              <a:rPr lang="en-US" sz="2400" dirty="0"/>
              <a:t> :</a:t>
            </a:r>
          </a:p>
        </p:txBody>
      </p:sp>
    </p:spTree>
    <p:extLst>
      <p:ext uri="{BB962C8B-B14F-4D97-AF65-F5344CB8AC3E}">
        <p14:creationId xmlns:p14="http://schemas.microsoft.com/office/powerpoint/2010/main" val="324364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Cara </a:t>
            </a:r>
            <a:r>
              <a:rPr lang="en-US" sz="2400" b="1" dirty="0" err="1"/>
              <a:t>Identifikasi</a:t>
            </a:r>
            <a:r>
              <a:rPr lang="en-US" sz="2400" b="1" dirty="0"/>
              <a:t> </a:t>
            </a:r>
            <a:r>
              <a:rPr lang="en-US" sz="2400" b="1" dirty="0" err="1"/>
              <a:t>dan</a:t>
            </a:r>
            <a:r>
              <a:rPr lang="en-US" sz="2400" b="1" dirty="0"/>
              <a:t> </a:t>
            </a:r>
            <a:r>
              <a:rPr lang="en-US" sz="2400" b="1" dirty="0" err="1"/>
              <a:t>Penanganan</a:t>
            </a:r>
            <a:endParaRPr lang="en-US" sz="2400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08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780390176"/>
              </p:ext>
            </p:extLst>
          </p:nvPr>
        </p:nvGraphicFramePr>
        <p:xfrm>
          <a:off x="1560963" y="642551"/>
          <a:ext cx="9090561" cy="56051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0024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221696215"/>
              </p:ext>
            </p:extLst>
          </p:nvPr>
        </p:nvGraphicFramePr>
        <p:xfrm>
          <a:off x="2118497" y="531342"/>
          <a:ext cx="9620422" cy="5990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57200" y="2236574"/>
            <a:ext cx="23354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Saran </a:t>
            </a:r>
            <a:r>
              <a:rPr lang="en-US" dirty="0" err="1"/>
              <a:t>dari</a:t>
            </a:r>
            <a:r>
              <a:rPr lang="en-US" dirty="0"/>
              <a:t> para </a:t>
            </a:r>
            <a:r>
              <a:rPr lang="en-US" dirty="0" err="1"/>
              <a:t>ahli</a:t>
            </a:r>
            <a:r>
              <a:rPr lang="en-US" dirty="0"/>
              <a:t>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anak</a:t>
            </a:r>
            <a:r>
              <a:rPr lang="en-US" dirty="0"/>
              <a:t> </a:t>
            </a:r>
            <a:r>
              <a:rPr lang="en-US" dirty="0" err="1"/>
              <a:t>mengalami</a:t>
            </a:r>
            <a:r>
              <a:rPr lang="en-US" dirty="0"/>
              <a:t> </a:t>
            </a:r>
            <a:r>
              <a:rPr lang="en-US" dirty="0" err="1"/>
              <a:t>kelainan</a:t>
            </a:r>
            <a:r>
              <a:rPr lang="en-US" dirty="0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2342042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392493421"/>
              </p:ext>
            </p:extLst>
          </p:nvPr>
        </p:nvGraphicFramePr>
        <p:xfrm>
          <a:off x="2940908" y="469556"/>
          <a:ext cx="8785654" cy="5829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57200" y="2236574"/>
            <a:ext cx="26937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Rangkuman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42723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983249579"/>
              </p:ext>
            </p:extLst>
          </p:nvPr>
        </p:nvGraphicFramePr>
        <p:xfrm>
          <a:off x="2940908" y="469556"/>
          <a:ext cx="8785654" cy="5829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57200" y="2236574"/>
            <a:ext cx="26937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Rangkuman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13159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4087901525"/>
              </p:ext>
            </p:extLst>
          </p:nvPr>
        </p:nvGraphicFramePr>
        <p:xfrm>
          <a:off x="2940908" y="469556"/>
          <a:ext cx="8785654" cy="5829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57200" y="2236574"/>
            <a:ext cx="26937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Rangkuman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31156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/>
              <a:t>Kegiatan Penutup dan Tugas Mandiri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id-ID" b="1" dirty="0">
                <a:solidFill>
                  <a:schemeClr val="tx2"/>
                </a:solidFill>
              </a:rPr>
              <a:t>Kelas dibagi menjadi 6 kelompok</a:t>
            </a:r>
          </a:p>
          <a:p>
            <a:pPr lvl="0"/>
            <a:r>
              <a:rPr lang="id-ID" b="1" dirty="0">
                <a:solidFill>
                  <a:schemeClr val="tx2"/>
                </a:solidFill>
              </a:rPr>
              <a:t>Tutor memberikan tugas kelompok atas modul 4,5,6 yang diperuntukkan bagi kelompok 1, 2, 3 dalam bentuk slide power point</a:t>
            </a:r>
          </a:p>
          <a:p>
            <a:pPr lvl="0"/>
            <a:r>
              <a:rPr lang="id-ID" b="1" dirty="0">
                <a:solidFill>
                  <a:schemeClr val="tx2"/>
                </a:solidFill>
              </a:rPr>
              <a:t>Kelompok 1 dengan materi modul 4</a:t>
            </a:r>
          </a:p>
          <a:p>
            <a:pPr lvl="0"/>
            <a:r>
              <a:rPr lang="id-ID" b="1" dirty="0">
                <a:solidFill>
                  <a:schemeClr val="tx2"/>
                </a:solidFill>
              </a:rPr>
              <a:t>Kelompok 2 dengan materi modul 5</a:t>
            </a:r>
          </a:p>
          <a:p>
            <a:pPr lvl="0"/>
            <a:r>
              <a:rPr lang="id-ID" b="1" dirty="0">
                <a:solidFill>
                  <a:schemeClr val="tx2"/>
                </a:solidFill>
              </a:rPr>
              <a:t>Kelompok 3 dengan materi modul 6</a:t>
            </a:r>
          </a:p>
          <a:p>
            <a:pPr lvl="0"/>
            <a:r>
              <a:rPr lang="id-ID" b="1" dirty="0">
                <a:solidFill>
                  <a:schemeClr val="tx2"/>
                </a:solidFill>
              </a:rPr>
              <a:t>Kelompok 4 membuat pertanyaan tentang modul 4</a:t>
            </a:r>
          </a:p>
          <a:p>
            <a:pPr lvl="0"/>
            <a:r>
              <a:rPr lang="id-ID" b="1" dirty="0">
                <a:solidFill>
                  <a:schemeClr val="tx2"/>
                </a:solidFill>
              </a:rPr>
              <a:t>Kelompok 5 membuat pertanyaan tentang modul 5</a:t>
            </a:r>
          </a:p>
          <a:p>
            <a:r>
              <a:rPr lang="id-ID" b="1" dirty="0">
                <a:solidFill>
                  <a:schemeClr val="tx2"/>
                </a:solidFill>
              </a:rPr>
              <a:t>Kelompok 6 membuat pertanyaan tentang modul 6</a:t>
            </a:r>
          </a:p>
        </p:txBody>
      </p:sp>
    </p:spTree>
    <p:extLst>
      <p:ext uri="{BB962C8B-B14F-4D97-AF65-F5344CB8AC3E}">
        <p14:creationId xmlns:p14="http://schemas.microsoft.com/office/powerpoint/2010/main" val="1826799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Nature Illustration 16x9">
  <a:themeElements>
    <a:clrScheme name="Nature Illustration">
      <a:dk1>
        <a:srgbClr val="9A5315"/>
      </a:dk1>
      <a:lt1>
        <a:srgbClr val="FFFFFF"/>
      </a:lt1>
      <a:dk2>
        <a:srgbClr val="000000"/>
      </a:dk2>
      <a:lt2>
        <a:srgbClr val="D1E5F9"/>
      </a:lt2>
      <a:accent1>
        <a:srgbClr val="F3771A"/>
      </a:accent1>
      <a:accent2>
        <a:srgbClr val="8BBEF1"/>
      </a:accent2>
      <a:accent3>
        <a:srgbClr val="6DC025"/>
      </a:accent3>
      <a:accent4>
        <a:srgbClr val="9A5315"/>
      </a:accent4>
      <a:accent5>
        <a:srgbClr val="F1471F"/>
      </a:accent5>
      <a:accent6>
        <a:srgbClr val="DA6FDF"/>
      </a:accent6>
      <a:hlink>
        <a:srgbClr val="6DC025"/>
      </a:hlink>
      <a:folHlink>
        <a:srgbClr val="9A5315"/>
      </a:folHlink>
    </a:clrScheme>
    <a:fontScheme name="Segoe Print">
      <a:majorFont>
        <a:latin typeface="Segoe Print"/>
        <a:ea typeface=""/>
        <a:cs typeface=""/>
      </a:majorFont>
      <a:minorFont>
        <a:latin typeface="Segoe Prin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3431377.potx" id="{56A48130-F36A-41C3-8C0C-0EF853C6708B}" vid="{0432F83B-7085-406B-BFE7-677E72A6CADA}"/>
    </a:ext>
  </a:extLst>
</a:theme>
</file>

<file path=ppt/theme/theme2.xml><?xml version="1.0" encoding="utf-8"?>
<a:theme xmlns:a="http://schemas.openxmlformats.org/drawingml/2006/main" name="Office Theme">
  <a:themeElements>
    <a:clrScheme name="Nature Illustration">
      <a:dk1>
        <a:srgbClr val="9A5315"/>
      </a:dk1>
      <a:lt1>
        <a:srgbClr val="FFFFFF"/>
      </a:lt1>
      <a:dk2>
        <a:srgbClr val="000000"/>
      </a:dk2>
      <a:lt2>
        <a:srgbClr val="D1E5F9"/>
      </a:lt2>
      <a:accent1>
        <a:srgbClr val="F3771A"/>
      </a:accent1>
      <a:accent2>
        <a:srgbClr val="8BBEF1"/>
      </a:accent2>
      <a:accent3>
        <a:srgbClr val="6DC025"/>
      </a:accent3>
      <a:accent4>
        <a:srgbClr val="9A5315"/>
      </a:accent4>
      <a:accent5>
        <a:srgbClr val="F1471F"/>
      </a:accent5>
      <a:accent6>
        <a:srgbClr val="DA6FDF"/>
      </a:accent6>
      <a:hlink>
        <a:srgbClr val="6DC025"/>
      </a:hlink>
      <a:folHlink>
        <a:srgbClr val="9A5315"/>
      </a:folHlink>
    </a:clrScheme>
    <a:fontScheme name="Segoe Print">
      <a:majorFont>
        <a:latin typeface="Segoe Print"/>
        <a:ea typeface=""/>
        <a:cs typeface=""/>
      </a:majorFont>
      <a:minorFont>
        <a:latin typeface="Segoe Prin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Nature Illustration">
      <a:dk1>
        <a:srgbClr val="9A5315"/>
      </a:dk1>
      <a:lt1>
        <a:srgbClr val="FFFFFF"/>
      </a:lt1>
      <a:dk2>
        <a:srgbClr val="000000"/>
      </a:dk2>
      <a:lt2>
        <a:srgbClr val="D1E5F9"/>
      </a:lt2>
      <a:accent1>
        <a:srgbClr val="F3771A"/>
      </a:accent1>
      <a:accent2>
        <a:srgbClr val="8BBEF1"/>
      </a:accent2>
      <a:accent3>
        <a:srgbClr val="6DC025"/>
      </a:accent3>
      <a:accent4>
        <a:srgbClr val="9A5315"/>
      </a:accent4>
      <a:accent5>
        <a:srgbClr val="F1471F"/>
      </a:accent5>
      <a:accent6>
        <a:srgbClr val="DA6FDF"/>
      </a:accent6>
      <a:hlink>
        <a:srgbClr val="6DC025"/>
      </a:hlink>
      <a:folHlink>
        <a:srgbClr val="9A5315"/>
      </a:folHlink>
    </a:clrScheme>
    <a:fontScheme name="Segoe Print">
      <a:majorFont>
        <a:latin typeface="Segoe Print"/>
        <a:ea typeface=""/>
        <a:cs typeface=""/>
      </a:majorFont>
      <a:minorFont>
        <a:latin typeface="Segoe Prin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Rainbow presentation</Template>
  <TotalTime>310</TotalTime>
  <Words>1183</Words>
  <Application>Microsoft Office PowerPoint</Application>
  <PresentationFormat>Widescreen</PresentationFormat>
  <Paragraphs>93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Berlin Sans FB</vt:lpstr>
      <vt:lpstr>Segoe Print</vt:lpstr>
      <vt:lpstr>Nature Illustration 16x9</vt:lpstr>
      <vt:lpstr> ANAK DENGAN PERKEMBANGAN NONNORMATIF</vt:lpstr>
      <vt:lpstr>Hakikat Perkembangan Anak yang Bersifat Nonnormatif</vt:lpstr>
      <vt:lpstr>Pengertian </vt:lpstr>
      <vt:lpstr>Apakah yang Disebut Kelainan atau Abnormal?</vt:lpstr>
      <vt:lpstr>PowerPoint Presentation</vt:lpstr>
      <vt:lpstr>1. Model medis </vt:lpstr>
      <vt:lpstr>2. Penyimpangan dari rata-rata  Abnormality as Deviation From the Average</vt:lpstr>
      <vt:lpstr>3. Penyimpangan dari yang ideal   Abnormality as Deviation From the Average</vt:lpstr>
      <vt:lpstr>Ciri-Ciri Anak dengan Perkembangan Nonnormatif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Faktor-Faktor yang Memengaruhi Perkembangan Nonnormatif &amp; Identifikasi Penanganan Anak dengan Perkembangan Nonnormatif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Cara Identifikasi dan Penanganan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Kegiatan Penutup dan Tugas Mandiri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PRINSIP PEMBELAJARAN ANAK USIA DINI</dc:title>
  <dc:creator>Windows User</dc:creator>
  <cp:lastModifiedBy>notebook asus</cp:lastModifiedBy>
  <cp:revision>38</cp:revision>
  <dcterms:created xsi:type="dcterms:W3CDTF">2020-03-04T13:48:57Z</dcterms:created>
  <dcterms:modified xsi:type="dcterms:W3CDTF">2026-04-11T15:31:16Z</dcterms:modified>
</cp:coreProperties>
</file>